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77" r:id="rId3"/>
    <p:sldId id="278" r:id="rId4"/>
    <p:sldId id="304" r:id="rId5"/>
    <p:sldId id="309" r:id="rId6"/>
    <p:sldId id="281" r:id="rId7"/>
    <p:sldId id="320" r:id="rId8"/>
    <p:sldId id="315" r:id="rId9"/>
    <p:sldId id="316" r:id="rId10"/>
    <p:sldId id="321" r:id="rId11"/>
    <p:sldId id="273" r:id="rId12"/>
  </p:sldIdLst>
  <p:sldSz cx="7772400" cy="100584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 userDrawn="1">
          <p15:clr>
            <a:srgbClr val="A4A3A4"/>
          </p15:clr>
        </p15:guide>
        <p15:guide id="3" pos="1008" userDrawn="1">
          <p15:clr>
            <a:srgbClr val="A4A3A4"/>
          </p15:clr>
        </p15:guide>
        <p15:guide id="4" orient="horz" pos="6192" userDrawn="1">
          <p15:clr>
            <a:srgbClr val="A4A3A4"/>
          </p15:clr>
        </p15:guide>
        <p15:guide id="6" pos="288" userDrawn="1">
          <p15:clr>
            <a:srgbClr val="A4A3A4"/>
          </p15:clr>
        </p15:guide>
        <p15:guide id="7" pos="4608" userDrawn="1">
          <p15:clr>
            <a:srgbClr val="A4A3A4"/>
          </p15:clr>
        </p15:guide>
        <p15:guide id="9" orient="horz" pos="144" userDrawn="1">
          <p15:clr>
            <a:srgbClr val="A4A3A4"/>
          </p15:clr>
        </p15:guide>
        <p15:guide id="11" pos="3024" userDrawn="1">
          <p15:clr>
            <a:srgbClr val="A4A3A4"/>
          </p15:clr>
        </p15:guide>
        <p15:guide id="18" orient="horz" pos="4464" userDrawn="1">
          <p15:clr>
            <a:srgbClr val="A4A3A4"/>
          </p15:clr>
        </p15:guide>
        <p15:guide id="20" orient="horz" pos="384" userDrawn="1">
          <p15:clr>
            <a:srgbClr val="A4A3A4"/>
          </p15:clr>
        </p15:guide>
        <p15:guide id="21" orient="horz" pos="5832" userDrawn="1">
          <p15:clr>
            <a:srgbClr val="A4A3A4"/>
          </p15:clr>
        </p15:guide>
        <p15:guide id="22" orient="horz" pos="3456" userDrawn="1">
          <p15:clr>
            <a:srgbClr val="A4A3A4"/>
          </p15:clr>
        </p15:guide>
        <p15:guide id="23" pos="1728" userDrawn="1">
          <p15:clr>
            <a:srgbClr val="A4A3A4"/>
          </p15:clr>
        </p15:guide>
        <p15:guide id="24" pos="1584" userDrawn="1">
          <p15:clr>
            <a:srgbClr val="A4A3A4"/>
          </p15:clr>
        </p15:guide>
        <p15:guide id="25" pos="3168" userDrawn="1">
          <p15:clr>
            <a:srgbClr val="A4A3A4"/>
          </p15:clr>
        </p15:guide>
        <p15:guide id="26" orient="horz" pos="5808" userDrawn="1">
          <p15:clr>
            <a:srgbClr val="A4A3A4"/>
          </p15:clr>
        </p15:guide>
        <p15:guide id="27" orient="horz" pos="5472" userDrawn="1">
          <p15:clr>
            <a:srgbClr val="A4A3A4"/>
          </p15:clr>
        </p15:guide>
        <p15:guide id="28" orient="horz" pos="5568" userDrawn="1">
          <p15:clr>
            <a:srgbClr val="A4A3A4"/>
          </p15:clr>
        </p15:guide>
        <p15:guide id="31" orient="horz" pos="2160" userDrawn="1">
          <p15:clr>
            <a:srgbClr val="A4A3A4"/>
          </p15:clr>
        </p15:guide>
        <p15:guide id="32" orient="horz" pos="3888" userDrawn="1">
          <p15:clr>
            <a:srgbClr val="A4A3A4"/>
          </p15:clr>
        </p15:guide>
        <p15:guide id="33" orient="horz" pos="5664" userDrawn="1">
          <p15:clr>
            <a:srgbClr val="A4A3A4"/>
          </p15:clr>
        </p15:guide>
        <p15:guide id="38" orient="horz" pos="2448" userDrawn="1">
          <p15:clr>
            <a:srgbClr val="A4A3A4"/>
          </p15:clr>
        </p15:guide>
        <p15:guide id="40" pos="4464" userDrawn="1">
          <p15:clr>
            <a:srgbClr val="A4A3A4"/>
          </p15:clr>
        </p15:guide>
        <p15:guide id="42" orient="horz" pos="2592" userDrawn="1">
          <p15:clr>
            <a:srgbClr val="A4A3A4"/>
          </p15:clr>
        </p15:guide>
        <p15:guide id="43" pos="2448" userDrawn="1">
          <p15:clr>
            <a:srgbClr val="A4A3A4"/>
          </p15:clr>
        </p15:guide>
        <p15:guide id="44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0E7"/>
    <a:srgbClr val="FBE5D6"/>
    <a:srgbClr val="FFE4D0"/>
    <a:srgbClr val="FFF6EF"/>
    <a:srgbClr val="FFFFFF"/>
    <a:srgbClr val="A20000"/>
    <a:srgbClr val="884706"/>
    <a:srgbClr val="CC0000"/>
    <a:srgbClr val="5C2A0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82" autoAdjust="0"/>
    <p:restoredTop sz="95777" autoAdjust="0"/>
  </p:normalViewPr>
  <p:slideViewPr>
    <p:cSldViewPr snapToGrid="0">
      <p:cViewPr varScale="1">
        <p:scale>
          <a:sx n="51" d="100"/>
          <a:sy n="51" d="100"/>
        </p:scale>
        <p:origin x="1950" y="78"/>
      </p:cViewPr>
      <p:guideLst>
        <p:guide orient="horz" pos="4176"/>
        <p:guide pos="1008"/>
        <p:guide orient="horz" pos="6192"/>
        <p:guide pos="288"/>
        <p:guide pos="4608"/>
        <p:guide orient="horz" pos="144"/>
        <p:guide pos="3024"/>
        <p:guide orient="horz" pos="4464"/>
        <p:guide orient="horz" pos="384"/>
        <p:guide orient="horz" pos="5832"/>
        <p:guide orient="horz" pos="3456"/>
        <p:guide pos="1728"/>
        <p:guide pos="1584"/>
        <p:guide pos="3168"/>
        <p:guide orient="horz" pos="5808"/>
        <p:guide orient="horz" pos="5472"/>
        <p:guide orient="horz" pos="5568"/>
        <p:guide orient="horz" pos="2160"/>
        <p:guide orient="horz" pos="3888"/>
        <p:guide orient="horz" pos="5664"/>
        <p:guide orient="horz" pos="2448"/>
        <p:guide pos="4464"/>
        <p:guide orient="horz" pos="2592"/>
        <p:guide pos="2448"/>
        <p:guide pos="3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1" d="100"/>
          <a:sy n="71" d="100"/>
        </p:scale>
        <p:origin x="2892" y="54"/>
      </p:cViewPr>
      <p:guideLst>
        <p:guide orient="horz" pos="2957"/>
        <p:guide pos="2237"/>
      </p:guideLst>
    </p:cSldViewPr>
  </p:notes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5092" tIns="47546" rIns="95092" bIns="475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471054"/>
          </a:xfrm>
          <a:prstGeom prst="rect">
            <a:avLst/>
          </a:prstGeom>
        </p:spPr>
        <p:txBody>
          <a:bodyPr vert="horz" lIns="95092" tIns="47546" rIns="95092" bIns="47546" rtlCol="0"/>
          <a:lstStyle>
            <a:lvl1pPr algn="r">
              <a:defRPr sz="1200"/>
            </a:lvl1pPr>
          </a:lstStyle>
          <a:p>
            <a:fld id="{FC1F4E7F-A3D6-465B-846E-9CC7009074A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73163"/>
            <a:ext cx="2447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92" tIns="47546" rIns="95092" bIns="475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3"/>
          </a:xfrm>
          <a:prstGeom prst="rect">
            <a:avLst/>
          </a:prstGeom>
        </p:spPr>
        <p:txBody>
          <a:bodyPr vert="horz" lIns="95092" tIns="47546" rIns="95092" bIns="475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7"/>
            <a:ext cx="3077739" cy="471053"/>
          </a:xfrm>
          <a:prstGeom prst="rect">
            <a:avLst/>
          </a:prstGeom>
        </p:spPr>
        <p:txBody>
          <a:bodyPr vert="horz" lIns="95092" tIns="47546" rIns="95092" bIns="475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8917427"/>
            <a:ext cx="3077739" cy="471053"/>
          </a:xfrm>
          <a:prstGeom prst="rect">
            <a:avLst/>
          </a:prstGeom>
        </p:spPr>
        <p:txBody>
          <a:bodyPr vert="horz" lIns="95092" tIns="47546" rIns="95092" bIns="47546" rtlCol="0" anchor="b"/>
          <a:lstStyle>
            <a:lvl1pPr algn="r">
              <a:defRPr sz="1200"/>
            </a:lvl1pPr>
          </a:lstStyle>
          <a:p>
            <a:fld id="{743DAC93-7761-4662-9111-CA2C47EF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0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DAC93-7761-4662-9111-CA2C47EF84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7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DAC93-7761-4662-9111-CA2C47EF84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0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5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9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0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3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4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2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2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5F41F-B3DA-4C91-BF18-C68C977FF6E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2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7.jpe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jpeg"/><Relationship Id="rId3" Type="http://schemas.openxmlformats.org/officeDocument/2006/relationships/image" Target="../media/image8.png"/><Relationship Id="rId7" Type="http://schemas.openxmlformats.org/officeDocument/2006/relationships/image" Target="../media/image27.jpeg"/><Relationship Id="rId12" Type="http://schemas.openxmlformats.org/officeDocument/2006/relationships/image" Target="../media/image3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11" Type="http://schemas.openxmlformats.org/officeDocument/2006/relationships/image" Target="../media/image31.png"/><Relationship Id="rId5" Type="http://schemas.openxmlformats.org/officeDocument/2006/relationships/image" Target="../media/image25.jpeg"/><Relationship Id="rId15" Type="http://schemas.openxmlformats.org/officeDocument/2006/relationships/image" Target="../media/image7.png"/><Relationship Id="rId10" Type="http://schemas.openxmlformats.org/officeDocument/2006/relationships/image" Target="../media/image30.jpeg"/><Relationship Id="rId4" Type="http://schemas.openxmlformats.org/officeDocument/2006/relationships/image" Target="../media/image4.png"/><Relationship Id="rId9" Type="http://schemas.openxmlformats.org/officeDocument/2006/relationships/image" Target="../media/image29.jpe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-1722783" y="4261694"/>
            <a:ext cx="172278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Goals</a:t>
            </a:r>
            <a:endParaRPr lang="en-US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031825" y="228600"/>
            <a:ext cx="2286000" cy="3200400"/>
            <a:chOff x="5034450" y="228600"/>
            <a:chExt cx="2286000" cy="3200400"/>
          </a:xfrm>
        </p:grpSpPr>
        <p:sp>
          <p:nvSpPr>
            <p:cNvPr id="34" name="Rectangle 33"/>
            <p:cNvSpPr/>
            <p:nvPr/>
          </p:nvSpPr>
          <p:spPr>
            <a:xfrm>
              <a:off x="503445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 rot="18759998">
              <a:off x="518442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6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2745362" y="228600"/>
            <a:ext cx="2286000" cy="3200400"/>
            <a:chOff x="2748450" y="228600"/>
            <a:chExt cx="2286000" cy="3200400"/>
          </a:xfrm>
        </p:grpSpPr>
        <p:sp>
          <p:nvSpPr>
            <p:cNvPr id="49" name="Rectangle 48"/>
            <p:cNvSpPr/>
            <p:nvPr/>
          </p:nvSpPr>
          <p:spPr>
            <a:xfrm>
              <a:off x="274845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 rot="18759998">
              <a:off x="289842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1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461331" y="228600"/>
            <a:ext cx="2286000" cy="3200400"/>
            <a:chOff x="458900" y="228600"/>
            <a:chExt cx="2286000" cy="3200400"/>
          </a:xfrm>
        </p:grpSpPr>
        <p:sp>
          <p:nvSpPr>
            <p:cNvPr id="53" name="Rectangle 52"/>
            <p:cNvSpPr/>
            <p:nvPr/>
          </p:nvSpPr>
          <p:spPr>
            <a:xfrm>
              <a:off x="45890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 rot="18759998">
              <a:off x="60887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5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5031825" y="3429000"/>
            <a:ext cx="2286000" cy="3200400"/>
            <a:chOff x="5034450" y="3438654"/>
            <a:chExt cx="2286000" cy="3200400"/>
          </a:xfrm>
        </p:grpSpPr>
        <p:sp>
          <p:nvSpPr>
            <p:cNvPr id="57" name="Rectangle 56"/>
            <p:cNvSpPr/>
            <p:nvPr/>
          </p:nvSpPr>
          <p:spPr>
            <a:xfrm>
              <a:off x="503445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/>
            <p:cNvSpPr txBox="1"/>
            <p:nvPr/>
          </p:nvSpPr>
          <p:spPr>
            <a:xfrm rot="18759998">
              <a:off x="518442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/>
          <p:cNvGrpSpPr/>
          <p:nvPr/>
        </p:nvGrpSpPr>
        <p:grpSpPr>
          <a:xfrm>
            <a:off x="2745362" y="3429000"/>
            <a:ext cx="2286000" cy="3200400"/>
            <a:chOff x="2748450" y="3438654"/>
            <a:chExt cx="2286000" cy="3200400"/>
          </a:xfrm>
        </p:grpSpPr>
        <p:sp>
          <p:nvSpPr>
            <p:cNvPr id="61" name="Rectangle 60"/>
            <p:cNvSpPr/>
            <p:nvPr/>
          </p:nvSpPr>
          <p:spPr>
            <a:xfrm>
              <a:off x="274845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 rot="18759998">
              <a:off x="289842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66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461331" y="3429000"/>
            <a:ext cx="2286000" cy="3200400"/>
            <a:chOff x="458900" y="3438654"/>
            <a:chExt cx="2286000" cy="3200400"/>
          </a:xfrm>
        </p:grpSpPr>
        <p:sp>
          <p:nvSpPr>
            <p:cNvPr id="74" name="Rectangle 73"/>
            <p:cNvSpPr/>
            <p:nvPr/>
          </p:nvSpPr>
          <p:spPr>
            <a:xfrm>
              <a:off x="45890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 rot="18759998">
              <a:off x="60887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82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/>
        </p:nvGrpSpPr>
        <p:grpSpPr>
          <a:xfrm>
            <a:off x="5031825" y="6629400"/>
            <a:ext cx="2286000" cy="3200400"/>
            <a:chOff x="5034450" y="6629400"/>
            <a:chExt cx="2286000" cy="3200400"/>
          </a:xfrm>
        </p:grpSpPr>
        <p:sp>
          <p:nvSpPr>
            <p:cNvPr id="90" name="Rectangle 89"/>
            <p:cNvSpPr/>
            <p:nvPr/>
          </p:nvSpPr>
          <p:spPr>
            <a:xfrm>
              <a:off x="503445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/>
            <p:cNvSpPr txBox="1"/>
            <p:nvPr/>
          </p:nvSpPr>
          <p:spPr>
            <a:xfrm rot="18759998">
              <a:off x="518442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95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2745362" y="6629400"/>
            <a:ext cx="2286000" cy="3200400"/>
            <a:chOff x="2748450" y="6629400"/>
            <a:chExt cx="2286000" cy="3200400"/>
          </a:xfrm>
        </p:grpSpPr>
        <p:sp>
          <p:nvSpPr>
            <p:cNvPr id="97" name="Rectangle 96"/>
            <p:cNvSpPr/>
            <p:nvPr/>
          </p:nvSpPr>
          <p:spPr>
            <a:xfrm>
              <a:off x="274845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 rot="18759998">
              <a:off x="289842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9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461331" y="6629400"/>
            <a:ext cx="2286000" cy="3200400"/>
            <a:chOff x="458900" y="6629400"/>
            <a:chExt cx="2286000" cy="3200400"/>
          </a:xfrm>
        </p:grpSpPr>
        <p:sp>
          <p:nvSpPr>
            <p:cNvPr id="101" name="Rectangle 100"/>
            <p:cNvSpPr/>
            <p:nvPr/>
          </p:nvSpPr>
          <p:spPr>
            <a:xfrm>
              <a:off x="45890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 rot="18759998">
              <a:off x="60887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103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" name="Picture 8" descr="http://www.endlessicons.com/wp-content/uploads/2012/10/trophy-icon-614x460.png">
            <a:extLst>
              <a:ext uri="{FF2B5EF4-FFF2-40B4-BE49-F238E27FC236}">
                <a16:creationId xmlns:a16="http://schemas.microsoft.com/office/drawing/2014/main" id="{9AECD5BC-0DDB-4B5E-A779-FE1924F16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27"/>
          <a:stretch/>
        </p:blipFill>
        <p:spPr bwMode="auto">
          <a:xfrm>
            <a:off x="-4420844" y="2018614"/>
            <a:ext cx="1102950" cy="66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05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1859766" y="4532153"/>
            <a:ext cx="158978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Challenges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649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/>
          <p:cNvSpPr txBox="1"/>
          <p:nvPr/>
        </p:nvSpPr>
        <p:spPr>
          <a:xfrm rot="18759998">
            <a:off x="604725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2743200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440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TextBox 108"/>
          <p:cNvSpPr txBox="1"/>
          <p:nvPr/>
        </p:nvSpPr>
        <p:spPr>
          <a:xfrm rot="18759998">
            <a:off x="2897516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030896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345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 rot="18759998">
            <a:off x="5178421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57200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53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TextBox 114"/>
          <p:cNvSpPr txBox="1"/>
          <p:nvPr/>
        </p:nvSpPr>
        <p:spPr>
          <a:xfrm rot="18759998">
            <a:off x="603029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2748295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44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TextBox 117"/>
          <p:cNvSpPr txBox="1"/>
          <p:nvPr/>
        </p:nvSpPr>
        <p:spPr>
          <a:xfrm rot="18759998">
            <a:off x="2895820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029200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9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/>
          <p:cNvSpPr txBox="1"/>
          <p:nvPr/>
        </p:nvSpPr>
        <p:spPr>
          <a:xfrm rot="18759998">
            <a:off x="5176725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55504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53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TextBox 123"/>
          <p:cNvSpPr txBox="1"/>
          <p:nvPr/>
        </p:nvSpPr>
        <p:spPr>
          <a:xfrm rot="18759998">
            <a:off x="603029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2748295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44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/>
          <p:cNvSpPr txBox="1"/>
          <p:nvPr/>
        </p:nvSpPr>
        <p:spPr>
          <a:xfrm rot="18759998">
            <a:off x="2895820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5029200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9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9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" name="TextBox 129"/>
          <p:cNvSpPr txBox="1"/>
          <p:nvPr/>
        </p:nvSpPr>
        <p:spPr>
          <a:xfrm rot="18759998">
            <a:off x="5176725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pic>
        <p:nvPicPr>
          <p:cNvPr id="30" name="Picture 8" descr="http://www.endlessicons.com/wp-content/uploads/2012/10/trophy-icon-614x460.png">
            <a:extLst>
              <a:ext uri="{FF2B5EF4-FFF2-40B4-BE49-F238E27FC236}">
                <a16:creationId xmlns:a16="http://schemas.microsoft.com/office/drawing/2014/main" id="{550BE965-1EC4-4D0B-BCC2-091CC186E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27"/>
          <a:stretch/>
        </p:blipFill>
        <p:spPr bwMode="auto">
          <a:xfrm>
            <a:off x="-4420844" y="2018614"/>
            <a:ext cx="1102950" cy="66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image000.flaticon.com/icons/png/128/65/65426.png">
            <a:extLst>
              <a:ext uri="{FF2B5EF4-FFF2-40B4-BE49-F238E27FC236}">
                <a16:creationId xmlns:a16="http://schemas.microsoft.com/office/drawing/2014/main" id="{8060FB85-52FE-434A-B711-D3E3A88B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85851" y="27226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51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-3147505" y="4806339"/>
            <a:ext cx="3250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Achievements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9265" y="228600"/>
            <a:ext cx="2286000" cy="3200400"/>
            <a:chOff x="461331" y="228600"/>
            <a:chExt cx="2286000" cy="3200400"/>
          </a:xfrm>
        </p:grpSpPr>
        <p:sp>
          <p:nvSpPr>
            <p:cNvPr id="31" name="Rectangle 30"/>
            <p:cNvSpPr/>
            <p:nvPr/>
          </p:nvSpPr>
          <p:spPr>
            <a:xfrm>
              <a:off x="461331" y="2286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5136" y="28480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 rot="18759998">
              <a:off x="611301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45264" y="228600"/>
            <a:ext cx="2286000" cy="3200400"/>
            <a:chOff x="2747330" y="228600"/>
            <a:chExt cx="2286000" cy="3200400"/>
          </a:xfrm>
        </p:grpSpPr>
        <p:sp>
          <p:nvSpPr>
            <p:cNvPr id="36" name="Rectangle 35"/>
            <p:cNvSpPr/>
            <p:nvPr/>
          </p:nvSpPr>
          <p:spPr>
            <a:xfrm>
              <a:off x="274733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1135" y="28480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/>
            <p:cNvSpPr txBox="1"/>
            <p:nvPr/>
          </p:nvSpPr>
          <p:spPr>
            <a:xfrm rot="18759998">
              <a:off x="289730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31262" y="228600"/>
            <a:ext cx="2286000" cy="3200400"/>
            <a:chOff x="5033328" y="228600"/>
            <a:chExt cx="2286000" cy="3200400"/>
          </a:xfrm>
          <a:pattFill prst="dkDnDiag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39" name="Rectangle 38"/>
            <p:cNvSpPr/>
            <p:nvPr/>
          </p:nvSpPr>
          <p:spPr>
            <a:xfrm>
              <a:off x="5033328" y="228600"/>
              <a:ext cx="2286000" cy="3200400"/>
            </a:xfrm>
            <a:prstGeom prst="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133" y="2848061"/>
              <a:ext cx="498389" cy="498389"/>
            </a:xfrm>
            <a:prstGeom prst="rect">
              <a:avLst/>
            </a:prstGeom>
            <a:grpFill/>
            <a:extLst/>
          </p:spPr>
        </p:pic>
        <p:sp>
          <p:nvSpPr>
            <p:cNvPr id="44" name="TextBox 43"/>
            <p:cNvSpPr txBox="1"/>
            <p:nvPr/>
          </p:nvSpPr>
          <p:spPr>
            <a:xfrm rot="18759998">
              <a:off x="5183298" y="865763"/>
              <a:ext cx="1990951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9265" y="3429000"/>
            <a:ext cx="2286000" cy="3200400"/>
            <a:chOff x="461331" y="3429000"/>
            <a:chExt cx="2286000" cy="3200400"/>
          </a:xfrm>
        </p:grpSpPr>
        <p:sp>
          <p:nvSpPr>
            <p:cNvPr id="48" name="Rectangle 47"/>
            <p:cNvSpPr/>
            <p:nvPr/>
          </p:nvSpPr>
          <p:spPr>
            <a:xfrm>
              <a:off x="461331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5136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/>
            <p:cNvSpPr txBox="1"/>
            <p:nvPr/>
          </p:nvSpPr>
          <p:spPr>
            <a:xfrm rot="18759998">
              <a:off x="611301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745264" y="3429000"/>
            <a:ext cx="2286000" cy="3200400"/>
            <a:chOff x="2747330" y="3429000"/>
            <a:chExt cx="2286000" cy="3200400"/>
          </a:xfrm>
        </p:grpSpPr>
        <p:sp>
          <p:nvSpPr>
            <p:cNvPr id="60" name="Rectangle 59"/>
            <p:cNvSpPr/>
            <p:nvPr/>
          </p:nvSpPr>
          <p:spPr>
            <a:xfrm>
              <a:off x="2747330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1135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 rot="18759998">
              <a:off x="2897300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1262" y="3429000"/>
            <a:ext cx="2286000" cy="3200400"/>
            <a:chOff x="5033328" y="3429000"/>
            <a:chExt cx="2286000" cy="3200400"/>
          </a:xfrm>
        </p:grpSpPr>
        <p:sp>
          <p:nvSpPr>
            <p:cNvPr id="72" name="Rectangle 71"/>
            <p:cNvSpPr/>
            <p:nvPr/>
          </p:nvSpPr>
          <p:spPr>
            <a:xfrm>
              <a:off x="5033328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133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/>
            <p:cNvSpPr txBox="1"/>
            <p:nvPr/>
          </p:nvSpPr>
          <p:spPr>
            <a:xfrm rot="18759998">
              <a:off x="5183298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9265" y="6629400"/>
            <a:ext cx="2286000" cy="3200400"/>
            <a:chOff x="457200" y="6629400"/>
            <a:chExt cx="2286000" cy="3200400"/>
          </a:xfrm>
        </p:grpSpPr>
        <p:sp>
          <p:nvSpPr>
            <p:cNvPr id="75" name="Rectangle 74"/>
            <p:cNvSpPr/>
            <p:nvPr/>
          </p:nvSpPr>
          <p:spPr>
            <a:xfrm>
              <a:off x="45720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1005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 rot="18759998">
              <a:off x="60717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45264" y="6629400"/>
            <a:ext cx="2286000" cy="3200400"/>
            <a:chOff x="2743199" y="6629400"/>
            <a:chExt cx="2286000" cy="3200400"/>
          </a:xfrm>
        </p:grpSpPr>
        <p:sp>
          <p:nvSpPr>
            <p:cNvPr id="78" name="Rectangle 77"/>
            <p:cNvSpPr/>
            <p:nvPr/>
          </p:nvSpPr>
          <p:spPr>
            <a:xfrm>
              <a:off x="2743199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7004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TextBox 79"/>
            <p:cNvSpPr txBox="1"/>
            <p:nvPr/>
          </p:nvSpPr>
          <p:spPr>
            <a:xfrm rot="18759998">
              <a:off x="2893169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31262" y="6629400"/>
            <a:ext cx="2286000" cy="3200400"/>
            <a:chOff x="5029197" y="6629400"/>
            <a:chExt cx="2286000" cy="3200400"/>
          </a:xfrm>
        </p:grpSpPr>
        <p:sp>
          <p:nvSpPr>
            <p:cNvPr id="81" name="Rectangle 80"/>
            <p:cNvSpPr/>
            <p:nvPr/>
          </p:nvSpPr>
          <p:spPr>
            <a:xfrm>
              <a:off x="5029197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3002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TextBox 82"/>
            <p:cNvSpPr txBox="1"/>
            <p:nvPr/>
          </p:nvSpPr>
          <p:spPr>
            <a:xfrm rot="18759998">
              <a:off x="5179167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901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4420EA5-D3DA-4505-AA59-491C13420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5E21FEE-D83F-4866-A2F3-2C167749B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6748CFE-1212-4505-B19A-04AA147CA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8179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E764B3-AE9A-44DE-92AB-F49E2BED4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33514D2-DA75-43FF-82BE-BE981F0E1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75C990B-BEC1-4029-A9AE-D0165784C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7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D22770-6793-4CE6-A2B4-FB978E38D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8EA059-13C8-4892-B2CE-274ADB209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DCA5DA3-DF52-4BF2-9252-5FCBC62162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24987C7-0A5E-44A3-BD8E-DEB2684DC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" name="Rectangle 418">
            <a:extLst>
              <a:ext uri="{FF2B5EF4-FFF2-40B4-BE49-F238E27FC236}">
                <a16:creationId xmlns:a16="http://schemas.microsoft.com/office/drawing/2014/main" id="{2A9BBFD9-20EC-48EF-9C9A-77019B6E752B}"/>
              </a:ext>
            </a:extLst>
          </p:cNvPr>
          <p:cNvSpPr/>
          <p:nvPr/>
        </p:nvSpPr>
        <p:spPr>
          <a:xfrm>
            <a:off x="2753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A770B05-BDDF-42E1-ADD2-BFABEF253C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D42A25-E421-41F1-96C6-6577A900B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0994917-7FC8-4ED3-922B-5F20063C6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AD97ED-ED39-4A51-A66D-9D7798854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60E783-12BA-4B08-938D-30B092DB8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25AF6D-5E93-4469-9E24-2F255F0D4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0D9D16-9F15-43BA-A44F-0A7FA8B60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59528A9-350B-4D2F-AC12-4B16FDC4E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8B436F-9007-48C7-A1D6-E719344F1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EAED177-5532-419B-B97B-3555F0064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DCC7393-5B12-40EA-937A-EF208E51B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31C6D0CF-6C3E-4C8E-B31B-736551192EA6}"/>
              </a:ext>
            </a:extLst>
          </p:cNvPr>
          <p:cNvSpPr txBox="1"/>
          <p:nvPr/>
        </p:nvSpPr>
        <p:spPr>
          <a:xfrm>
            <a:off x="2965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29BCCE8-47CF-46B1-8002-11FF9B941299}"/>
              </a:ext>
            </a:extLst>
          </p:cNvPr>
          <p:cNvSpPr txBox="1"/>
          <p:nvPr/>
        </p:nvSpPr>
        <p:spPr>
          <a:xfrm>
            <a:off x="3470303" y="25886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3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581659B-216F-425E-ABFD-1A56738A37C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25820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5" name="Group 434">
            <a:extLst>
              <a:ext uri="{FF2B5EF4-FFF2-40B4-BE49-F238E27FC236}">
                <a16:creationId xmlns:a16="http://schemas.microsoft.com/office/drawing/2014/main" id="{EB9DFF77-E32F-48D7-A3D0-03E4B62F6931}"/>
              </a:ext>
            </a:extLst>
          </p:cNvPr>
          <p:cNvGrpSpPr/>
          <p:nvPr/>
        </p:nvGrpSpPr>
        <p:grpSpPr>
          <a:xfrm>
            <a:off x="3053626" y="609600"/>
            <a:ext cx="1700009" cy="1569193"/>
            <a:chOff x="5029200" y="468787"/>
            <a:chExt cx="2436230" cy="1569660"/>
          </a:xfrm>
        </p:grpSpPr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id="{2F189AA8-54BF-4548-AD2F-8F678DD05CC1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3</a:t>
              </a:r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A8A2E7C2-946B-45B3-ADAB-044A09CB97F6}"/>
                </a:ext>
              </a:extLst>
            </p:cNvPr>
            <p:cNvSpPr txBox="1"/>
            <p:nvPr/>
          </p:nvSpPr>
          <p:spPr>
            <a:xfrm>
              <a:off x="6131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err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rd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4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87774A-64DF-4AE9-A64D-6372444AB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E03F7B2-DCA4-4E59-950C-696DF692C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8" name="Rectangle 447">
            <a:extLst>
              <a:ext uri="{FF2B5EF4-FFF2-40B4-BE49-F238E27FC236}">
                <a16:creationId xmlns:a16="http://schemas.microsoft.com/office/drawing/2014/main" id="{4097F377-1DA4-4D57-93CC-588696907C67}"/>
              </a:ext>
            </a:extLst>
          </p:cNvPr>
          <p:cNvSpPr/>
          <p:nvPr/>
        </p:nvSpPr>
        <p:spPr>
          <a:xfrm>
            <a:off x="5039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79BE5A-8283-4273-AC06-75A8EEA16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BE54AB-5E85-425D-9CD6-73890B49FA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3AA8C57-6835-4E16-91FD-18D50D28C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8ABE767-5D70-4D59-8CA9-7994EF81A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BE7FEF-BBD7-4A06-AFC9-76CC893BD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C3CC6B1-4FB5-4056-A7E8-256F29365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AEF1968-304B-419C-A2F3-48C5EE04C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AC9E522-3110-4755-8AA2-9D29DBB96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251EEED-0E4D-40DB-BCA5-943F889E13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C7F9AAA-9E36-441B-9926-ADA132A22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2B43EC8-8806-4D87-B095-654779728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1" name="TextBox 460">
            <a:extLst>
              <a:ext uri="{FF2B5EF4-FFF2-40B4-BE49-F238E27FC236}">
                <a16:creationId xmlns:a16="http://schemas.microsoft.com/office/drawing/2014/main" id="{B5C329D2-F09A-4762-988F-60067A4EB905}"/>
              </a:ext>
            </a:extLst>
          </p:cNvPr>
          <p:cNvSpPr txBox="1"/>
          <p:nvPr/>
        </p:nvSpPr>
        <p:spPr>
          <a:xfrm>
            <a:off x="5251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3878EB9A-5D55-4CA1-8909-8E882E49AFE7}"/>
              </a:ext>
            </a:extLst>
          </p:cNvPr>
          <p:cNvSpPr txBox="1"/>
          <p:nvPr/>
        </p:nvSpPr>
        <p:spPr>
          <a:xfrm>
            <a:off x="5756303" y="25886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6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6519100-1FEE-4ED9-B652-1EFA7AEBC60E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25820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4" name="Group 463">
            <a:extLst>
              <a:ext uri="{FF2B5EF4-FFF2-40B4-BE49-F238E27FC236}">
                <a16:creationId xmlns:a16="http://schemas.microsoft.com/office/drawing/2014/main" id="{12034B26-38AC-4254-92CB-AECE1C112996}"/>
              </a:ext>
            </a:extLst>
          </p:cNvPr>
          <p:cNvGrpSpPr/>
          <p:nvPr/>
        </p:nvGrpSpPr>
        <p:grpSpPr>
          <a:xfrm>
            <a:off x="5326926" y="609600"/>
            <a:ext cx="1700009" cy="1569193"/>
            <a:chOff x="5029200" y="468787"/>
            <a:chExt cx="2436230" cy="1569660"/>
          </a:xfrm>
        </p:grpSpPr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297A1067-2F2D-4918-9ABF-15644662D611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4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2C423440-87EB-467F-B4C7-CD410663DD75}"/>
                </a:ext>
              </a:extLst>
            </p:cNvPr>
            <p:cNvSpPr txBox="1"/>
            <p:nvPr/>
          </p:nvSpPr>
          <p:spPr>
            <a:xfrm>
              <a:off x="6131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6547FD-9E85-4EFA-8626-353576002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75C78AA-CB95-4329-8F0F-5F3EAA744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7" name="Rectangle 476">
            <a:extLst>
              <a:ext uri="{FF2B5EF4-FFF2-40B4-BE49-F238E27FC236}">
                <a16:creationId xmlns:a16="http://schemas.microsoft.com/office/drawing/2014/main" id="{53E26BCB-B414-4C31-81ED-3A47A7F1E7E3}"/>
              </a:ext>
            </a:extLst>
          </p:cNvPr>
          <p:cNvSpPr/>
          <p:nvPr/>
        </p:nvSpPr>
        <p:spPr>
          <a:xfrm>
            <a:off x="467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F4B180-E361-40A9-8B1E-C8CAB352F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A58C07-15A4-48F7-9851-AAE8A4572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69BBEDE-E206-4645-8C10-1B546BCD2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6EFD04-8258-4671-82FA-7E7637861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33374C-394A-4DEB-B628-87F065BB9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21FC168-F8F8-4E25-8B44-133B1E3CB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7AA10AA-52B1-4C20-9F4D-A395A3EB7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56DA8B5-500D-44C7-AD01-2178334C5C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17F863A-3188-448E-9676-F93A896D08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0" name="TextBox 489">
            <a:extLst>
              <a:ext uri="{FF2B5EF4-FFF2-40B4-BE49-F238E27FC236}">
                <a16:creationId xmlns:a16="http://schemas.microsoft.com/office/drawing/2014/main" id="{3108CC82-7BBE-4441-A4F0-3BDC8D6FD144}"/>
              </a:ext>
            </a:extLst>
          </p:cNvPr>
          <p:cNvSpPr txBox="1"/>
          <p:nvPr/>
        </p:nvSpPr>
        <p:spPr>
          <a:xfrm>
            <a:off x="680167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9379749F-A988-4886-81B3-6F909A97A12E}"/>
              </a:ext>
            </a:extLst>
          </p:cNvPr>
          <p:cNvSpPr txBox="1"/>
          <p:nvPr/>
        </p:nvSpPr>
        <p:spPr>
          <a:xfrm>
            <a:off x="1184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9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FC9675-873B-4AF1-B8BA-122EF184E2BB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3" name="Group 492">
            <a:extLst>
              <a:ext uri="{FF2B5EF4-FFF2-40B4-BE49-F238E27FC236}">
                <a16:creationId xmlns:a16="http://schemas.microsoft.com/office/drawing/2014/main" id="{5A6F4AB3-0754-4E12-AEC3-6BD72C177225}"/>
              </a:ext>
            </a:extLst>
          </p:cNvPr>
          <p:cNvGrpSpPr/>
          <p:nvPr/>
        </p:nvGrpSpPr>
        <p:grpSpPr>
          <a:xfrm>
            <a:off x="712991" y="3786223"/>
            <a:ext cx="1788909" cy="1569193"/>
            <a:chOff x="5029200" y="468787"/>
            <a:chExt cx="2563630" cy="1569660"/>
          </a:xfrm>
        </p:grpSpPr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80547A2E-46AC-4AB5-9362-43E40C58A4DE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5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07E5A46A-4CCB-4415-8101-8370676AA24F}"/>
                </a:ext>
              </a:extLst>
            </p:cNvPr>
            <p:cNvSpPr txBox="1"/>
            <p:nvPr/>
          </p:nvSpPr>
          <p:spPr>
            <a:xfrm>
              <a:off x="62584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E7B974-AE41-4416-8A4F-CC4639F21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98A8909-C389-4383-A953-E83315266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" name="Rectangle 505">
            <a:extLst>
              <a:ext uri="{FF2B5EF4-FFF2-40B4-BE49-F238E27FC236}">
                <a16:creationId xmlns:a16="http://schemas.microsoft.com/office/drawing/2014/main" id="{7796FA72-247F-4D45-BEEA-15C7EAEF2D3F}"/>
              </a:ext>
            </a:extLst>
          </p:cNvPr>
          <p:cNvSpPr/>
          <p:nvPr/>
        </p:nvSpPr>
        <p:spPr>
          <a:xfrm>
            <a:off x="2753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14EA5B-F743-4D66-AEDB-4514A11C4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060E81-9582-4594-8644-C86710EF9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61E5B40-A6C9-4E0D-A076-211685F94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97D9720-8CF6-422D-A035-E64BD0DFF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A2FD82F-7A7B-4088-A780-609DE75A3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4C3D9D8-4B41-4C8A-8482-0752699AA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8963FC0-28A4-4F33-BE62-462F54295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D76F94D-6C09-45D2-9429-FE4E992B0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343E577-A949-480E-B341-421CD48BB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CD9E0A9-9BA3-4239-8DF2-D7F1599AA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2E0EAC8-577B-4E75-92DC-D225E5B3D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8F5B24CC-0EDF-49BD-996A-963D15A54938}"/>
              </a:ext>
            </a:extLst>
          </p:cNvPr>
          <p:cNvSpPr txBox="1"/>
          <p:nvPr/>
        </p:nvSpPr>
        <p:spPr>
          <a:xfrm>
            <a:off x="2965188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5BCFD01C-B5D8-4F83-856E-C626002E07DA}"/>
              </a:ext>
            </a:extLst>
          </p:cNvPr>
          <p:cNvSpPr txBox="1"/>
          <p:nvPr/>
        </p:nvSpPr>
        <p:spPr>
          <a:xfrm>
            <a:off x="3470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2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1B1B51D-39B2-412C-A93B-79A3777A7C8D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2" name="Group 521">
            <a:extLst>
              <a:ext uri="{FF2B5EF4-FFF2-40B4-BE49-F238E27FC236}">
                <a16:creationId xmlns:a16="http://schemas.microsoft.com/office/drawing/2014/main" id="{88F60BA7-A84D-47F5-99E2-C9CB495E397D}"/>
              </a:ext>
            </a:extLst>
          </p:cNvPr>
          <p:cNvGrpSpPr/>
          <p:nvPr/>
        </p:nvGrpSpPr>
        <p:grpSpPr>
          <a:xfrm>
            <a:off x="3002826" y="3786223"/>
            <a:ext cx="1763509" cy="1569193"/>
            <a:chOff x="5029200" y="468787"/>
            <a:chExt cx="2527230" cy="1569660"/>
          </a:xfrm>
        </p:grpSpPr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id="{E598FB8E-DEBC-48AC-B6EC-8A565874A012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6</a:t>
              </a: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BAAB15DD-9664-4727-A446-6247F47A8F2A}"/>
                </a:ext>
              </a:extLst>
            </p:cNvPr>
            <p:cNvSpPr txBox="1"/>
            <p:nvPr/>
          </p:nvSpPr>
          <p:spPr>
            <a:xfrm>
              <a:off x="6222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3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107A94C-E476-4C6E-8379-84BFF1574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5DB8A7C-BD66-4B79-B2CE-958018FCB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5" name="Rectangle 534">
            <a:extLst>
              <a:ext uri="{FF2B5EF4-FFF2-40B4-BE49-F238E27FC236}">
                <a16:creationId xmlns:a16="http://schemas.microsoft.com/office/drawing/2014/main" id="{CD310F5A-B9E0-44B4-ADAA-971351A82145}"/>
              </a:ext>
            </a:extLst>
          </p:cNvPr>
          <p:cNvSpPr/>
          <p:nvPr/>
        </p:nvSpPr>
        <p:spPr>
          <a:xfrm>
            <a:off x="5039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63A21DA-B17C-43FC-815C-499FFDA19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516D96A-2315-4EDC-8F20-A98ACA3E3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921850B-EF87-4258-8ACB-41A650607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EC675B-9C74-494B-9173-AA94BA6E8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AF525A6-6160-42CF-92E1-75A454D78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7C09256-011F-4B14-9472-419C880A0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C466CFE-CC50-44FA-8C60-03434181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35DBA79-8799-45C1-AAEB-7EC8F3D7D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328E780-3659-4269-BCBE-7652F18BEB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EA0B21D-84DB-46EF-B03B-321D2E0DD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88D42C5-81E8-4D14-8ACF-22552D9BB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8" name="TextBox 547">
            <a:extLst>
              <a:ext uri="{FF2B5EF4-FFF2-40B4-BE49-F238E27FC236}">
                <a16:creationId xmlns:a16="http://schemas.microsoft.com/office/drawing/2014/main" id="{E5F6161E-33AB-45E2-931C-E1EC1853F798}"/>
              </a:ext>
            </a:extLst>
          </p:cNvPr>
          <p:cNvSpPr txBox="1"/>
          <p:nvPr/>
        </p:nvSpPr>
        <p:spPr>
          <a:xfrm>
            <a:off x="5251188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9F815ADD-F79C-4B60-A9DC-49A2F887A9F2}"/>
              </a:ext>
            </a:extLst>
          </p:cNvPr>
          <p:cNvSpPr txBox="1"/>
          <p:nvPr/>
        </p:nvSpPr>
        <p:spPr>
          <a:xfrm>
            <a:off x="5756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5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9828254-320C-4A16-B2BD-DEC0ECBEF48B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1" name="Group 550">
            <a:extLst>
              <a:ext uri="{FF2B5EF4-FFF2-40B4-BE49-F238E27FC236}">
                <a16:creationId xmlns:a16="http://schemas.microsoft.com/office/drawing/2014/main" id="{F26A43B8-9B43-42DA-8411-7B58B917B156}"/>
              </a:ext>
            </a:extLst>
          </p:cNvPr>
          <p:cNvGrpSpPr/>
          <p:nvPr/>
        </p:nvGrpSpPr>
        <p:grpSpPr>
          <a:xfrm>
            <a:off x="5259591" y="3786223"/>
            <a:ext cx="1827009" cy="1569193"/>
            <a:chOff x="5029200" y="468787"/>
            <a:chExt cx="2618230" cy="1569660"/>
          </a:xfrm>
        </p:grpSpPr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B5A6ADEC-89EB-47FB-BA9E-C83096E6AD7A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7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7831C29-4148-4EEF-AA8B-9F128E070C96}"/>
                </a:ext>
              </a:extLst>
            </p:cNvPr>
            <p:cNvSpPr txBox="1"/>
            <p:nvPr/>
          </p:nvSpPr>
          <p:spPr>
            <a:xfrm>
              <a:off x="6313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6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706D0C7-DF38-472D-8AA5-B93995963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1C0490-782E-470E-9F4B-151ED8F04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4" name="Rectangle 563">
            <a:extLst>
              <a:ext uri="{FF2B5EF4-FFF2-40B4-BE49-F238E27FC236}">
                <a16:creationId xmlns:a16="http://schemas.microsoft.com/office/drawing/2014/main" id="{AAB03D58-A59A-4E67-9AAC-29A2C611B74E}"/>
              </a:ext>
            </a:extLst>
          </p:cNvPr>
          <p:cNvSpPr/>
          <p:nvPr/>
        </p:nvSpPr>
        <p:spPr>
          <a:xfrm>
            <a:off x="467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F277C84-C135-4A27-91E3-D122A4E669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76576E3-B01E-441D-BFA8-B8F196D4A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DC224D-ED12-44AE-8A59-DF7E45FF7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482754-62C0-4BC8-B7E2-69EF0B585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073F33-36B2-4A8A-8FBE-D9BC8DE5F9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A4AF5A5-DCBF-4C41-85BD-E1669A2228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39BCD8F-C3BB-4716-8759-18B6F3120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2EEB73-FC11-49EA-90AB-808C610EC9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1E79559-3519-41B9-935F-445BA8C57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BD45773-E7C4-4D56-BB81-58515CC8A2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7" name="TextBox 576">
            <a:extLst>
              <a:ext uri="{FF2B5EF4-FFF2-40B4-BE49-F238E27FC236}">
                <a16:creationId xmlns:a16="http://schemas.microsoft.com/office/drawing/2014/main" id="{6CC8F252-ECD5-48CD-8BE9-DE26C8F4C6E2}"/>
              </a:ext>
            </a:extLst>
          </p:cNvPr>
          <p:cNvSpPr txBox="1"/>
          <p:nvPr/>
        </p:nvSpPr>
        <p:spPr>
          <a:xfrm>
            <a:off x="680167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A94E6765-A64F-48BC-9744-8EEA418FA60F}"/>
              </a:ext>
            </a:extLst>
          </p:cNvPr>
          <p:cNvSpPr txBox="1"/>
          <p:nvPr/>
        </p:nvSpPr>
        <p:spPr>
          <a:xfrm>
            <a:off x="1184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7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B549803-3477-4B8D-980D-DA3B5413F60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0" name="Group 579">
            <a:extLst>
              <a:ext uri="{FF2B5EF4-FFF2-40B4-BE49-F238E27FC236}">
                <a16:creationId xmlns:a16="http://schemas.microsoft.com/office/drawing/2014/main" id="{52C15C38-5974-4C52-B98B-561A84DD3038}"/>
              </a:ext>
            </a:extLst>
          </p:cNvPr>
          <p:cNvGrpSpPr/>
          <p:nvPr/>
        </p:nvGrpSpPr>
        <p:grpSpPr>
          <a:xfrm>
            <a:off x="742226" y="6935823"/>
            <a:ext cx="1738109" cy="1569193"/>
            <a:chOff x="5029200" y="468787"/>
            <a:chExt cx="2490830" cy="1569660"/>
          </a:xfrm>
        </p:grpSpPr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85374CC8-DD40-4A45-A76C-CED456DA347D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8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0D959BDA-D6B3-4F6E-AF15-B4F8CFDDA218}"/>
                </a:ext>
              </a:extLst>
            </p:cNvPr>
            <p:cNvSpPr txBox="1"/>
            <p:nvPr/>
          </p:nvSpPr>
          <p:spPr>
            <a:xfrm>
              <a:off x="61856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9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95EFD24-E6D9-49CA-8071-C2021764E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0ABE46-318F-4B48-A25F-B10807257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" name="Rectangle 592">
            <a:extLst>
              <a:ext uri="{FF2B5EF4-FFF2-40B4-BE49-F238E27FC236}">
                <a16:creationId xmlns:a16="http://schemas.microsoft.com/office/drawing/2014/main" id="{9E40C563-C003-44E2-8277-2F0C440CEB49}"/>
              </a:ext>
            </a:extLst>
          </p:cNvPr>
          <p:cNvSpPr/>
          <p:nvPr/>
        </p:nvSpPr>
        <p:spPr>
          <a:xfrm>
            <a:off x="2753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59CCF1-0FB4-48B9-9A97-C585906DE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A2A548D-1A9C-49F3-BC9C-FFA078973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9E88B97-C36E-41D0-A689-CE2E313F3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2E8C8C-02B0-4F33-BE1E-88CF40B51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4BCA323-897F-47CE-9C4F-CC7D18ACC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8B09B5-70F0-4C1D-9C4D-87E00DCEF8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F1F01A3-8A7F-4C34-AFA2-52183D98E4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EC0CDDA-3098-4223-905B-51A2DC1D7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26AFAE5-5D82-41A0-9277-D51ED5B9C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ED0B1B-C260-4955-A0F8-4DC28E8E4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57766A-04A2-460C-90D5-6082FC0D3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A9EC6A4-452F-4E12-A4E2-CD32ADBB4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6" name="TextBox 605">
            <a:extLst>
              <a:ext uri="{FF2B5EF4-FFF2-40B4-BE49-F238E27FC236}">
                <a16:creationId xmlns:a16="http://schemas.microsoft.com/office/drawing/2014/main" id="{C11C96FB-E25C-4304-99C9-01EB11C1F896}"/>
              </a:ext>
            </a:extLst>
          </p:cNvPr>
          <p:cNvSpPr txBox="1"/>
          <p:nvPr/>
        </p:nvSpPr>
        <p:spPr>
          <a:xfrm>
            <a:off x="2965188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955243F2-3E01-478B-9855-06D21097AFDA}"/>
              </a:ext>
            </a:extLst>
          </p:cNvPr>
          <p:cNvSpPr txBox="1"/>
          <p:nvPr/>
        </p:nvSpPr>
        <p:spPr>
          <a:xfrm>
            <a:off x="3470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6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6423EED-4E41-44DB-A778-FBAA4C81B782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9" name="Group 608">
            <a:extLst>
              <a:ext uri="{FF2B5EF4-FFF2-40B4-BE49-F238E27FC236}">
                <a16:creationId xmlns:a16="http://schemas.microsoft.com/office/drawing/2014/main" id="{E28B5DE8-7CE5-4360-B477-072049311DEA}"/>
              </a:ext>
            </a:extLst>
          </p:cNvPr>
          <p:cNvGrpSpPr/>
          <p:nvPr/>
        </p:nvGrpSpPr>
        <p:grpSpPr>
          <a:xfrm>
            <a:off x="3011691" y="6986623"/>
            <a:ext cx="1763509" cy="1569193"/>
            <a:chOff x="5029200" y="468787"/>
            <a:chExt cx="2527230" cy="1569660"/>
          </a:xfrm>
        </p:grpSpPr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F5B63149-488F-4460-9A98-19FEC75EC826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9</a:t>
              </a:r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6C83E510-1ED4-4A4F-BC75-0EA3BDE1DC6B}"/>
                </a:ext>
              </a:extLst>
            </p:cNvPr>
            <p:cNvSpPr txBox="1"/>
            <p:nvPr/>
          </p:nvSpPr>
          <p:spPr>
            <a:xfrm>
              <a:off x="6222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6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BC8DE35-CE6A-4D84-A812-51DFDE75C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3BC9C4-34E0-4595-91BC-4357F623E4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2" name="Rectangle 621">
            <a:extLst>
              <a:ext uri="{FF2B5EF4-FFF2-40B4-BE49-F238E27FC236}">
                <a16:creationId xmlns:a16="http://schemas.microsoft.com/office/drawing/2014/main" id="{521D18B5-A645-48C9-8C2B-D9F5B4E70BAD}"/>
              </a:ext>
            </a:extLst>
          </p:cNvPr>
          <p:cNvSpPr/>
          <p:nvPr/>
        </p:nvSpPr>
        <p:spPr>
          <a:xfrm>
            <a:off x="5039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3AEF4EA-AA62-4F25-B253-05B01BDD4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A957DD-0689-4F4B-B9B5-53FC5AF7A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9AE218B-2EF9-4FB7-96B5-52AC1C280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6D0575-4170-404B-A880-BB47D978E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46F106-BE0A-4C80-AF7F-884BE8AA3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A6AB8A3-605B-41B9-BD6B-E2C8888AD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009265-E7FA-4F4E-8116-67B98F203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1843E11-2782-4A5B-B5F0-4EDA25A74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117CA64-B9B3-40F0-889A-6243A9EF8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7ABC9A0-E5FF-4B0E-ACC9-15D0BF16B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7733242-512B-4D00-92B5-D20CE5089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0DF078C-9EE2-42F3-894D-E9BA106CD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22C375F8-511E-4A1D-94EA-84D144CC0BB6}"/>
              </a:ext>
            </a:extLst>
          </p:cNvPr>
          <p:cNvSpPr txBox="1"/>
          <p:nvPr/>
        </p:nvSpPr>
        <p:spPr>
          <a:xfrm>
            <a:off x="5251188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A2076808-8974-4D23-850A-33CDEE851B1D}"/>
              </a:ext>
            </a:extLst>
          </p:cNvPr>
          <p:cNvSpPr txBox="1"/>
          <p:nvPr/>
        </p:nvSpPr>
        <p:spPr>
          <a:xfrm>
            <a:off x="5756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6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F540B22-5D45-4C7B-BA99-382CCEF79B99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8" name="Group 637">
            <a:extLst>
              <a:ext uri="{FF2B5EF4-FFF2-40B4-BE49-F238E27FC236}">
                <a16:creationId xmlns:a16="http://schemas.microsoft.com/office/drawing/2014/main" id="{FC4E5E06-5CD7-478B-8B7F-3C49A603735A}"/>
              </a:ext>
            </a:extLst>
          </p:cNvPr>
          <p:cNvGrpSpPr/>
          <p:nvPr/>
        </p:nvGrpSpPr>
        <p:grpSpPr>
          <a:xfrm>
            <a:off x="5206276" y="7086600"/>
            <a:ext cx="1931122" cy="1323439"/>
            <a:chOff x="4874500" y="722863"/>
            <a:chExt cx="2767432" cy="1323834"/>
          </a:xfrm>
        </p:grpSpPr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69534D49-A843-4289-B252-2F9A4C198252}"/>
                </a:ext>
              </a:extLst>
            </p:cNvPr>
            <p:cNvSpPr txBox="1"/>
            <p:nvPr/>
          </p:nvSpPr>
          <p:spPr>
            <a:xfrm>
              <a:off x="4874500" y="722863"/>
              <a:ext cx="2221434" cy="1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10</a:t>
              </a:r>
              <a:endParaRPr lang="en-US" sz="7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5CCCA0CF-ADD3-421B-B837-31C2D8540619}"/>
                </a:ext>
              </a:extLst>
            </p:cNvPr>
            <p:cNvSpPr txBox="1"/>
            <p:nvPr/>
          </p:nvSpPr>
          <p:spPr>
            <a:xfrm>
              <a:off x="6598742" y="822807"/>
              <a:ext cx="1043190" cy="461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2241544"/>
            <a:ext cx="2286000" cy="92100"/>
            <a:chOff x="-2506971" y="1310005"/>
            <a:chExt cx="2313350" cy="92075"/>
          </a:xfrm>
        </p:grpSpPr>
        <p:pic>
          <p:nvPicPr>
            <p:cNvPr id="6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1" name="Group 65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2241544"/>
            <a:ext cx="2286000" cy="92100"/>
            <a:chOff x="-2506971" y="1310005"/>
            <a:chExt cx="2313350" cy="92075"/>
          </a:xfrm>
        </p:grpSpPr>
        <p:pic>
          <p:nvPicPr>
            <p:cNvPr id="6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5441950"/>
            <a:ext cx="2286000" cy="92100"/>
            <a:chOff x="-2506971" y="1310005"/>
            <a:chExt cx="2313350" cy="92075"/>
          </a:xfrm>
        </p:grpSpPr>
        <p:pic>
          <p:nvPicPr>
            <p:cNvPr id="6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5441950"/>
            <a:ext cx="2286000" cy="92100"/>
            <a:chOff x="-2506971" y="1310005"/>
            <a:chExt cx="2313350" cy="92075"/>
          </a:xfrm>
        </p:grpSpPr>
        <p:pic>
          <p:nvPicPr>
            <p:cNvPr id="6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0" name="Group 65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5441950"/>
            <a:ext cx="2286000" cy="92100"/>
            <a:chOff x="-2506971" y="1310005"/>
            <a:chExt cx="2313350" cy="92075"/>
          </a:xfrm>
        </p:grpSpPr>
        <p:pic>
          <p:nvPicPr>
            <p:cNvPr id="6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8641561"/>
            <a:ext cx="2286000" cy="92100"/>
            <a:chOff x="-2506971" y="1310005"/>
            <a:chExt cx="2313350" cy="92075"/>
          </a:xfrm>
        </p:grpSpPr>
        <p:pic>
          <p:nvPicPr>
            <p:cNvPr id="6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8641561"/>
            <a:ext cx="2286000" cy="92100"/>
            <a:chOff x="-2506971" y="1310005"/>
            <a:chExt cx="2313350" cy="92075"/>
          </a:xfrm>
        </p:grpSpPr>
        <p:pic>
          <p:nvPicPr>
            <p:cNvPr id="6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8641561"/>
            <a:ext cx="2286000" cy="92100"/>
            <a:chOff x="-2506971" y="1310005"/>
            <a:chExt cx="2313350" cy="92075"/>
          </a:xfrm>
        </p:grpSpPr>
        <p:pic>
          <p:nvPicPr>
            <p:cNvPr id="6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A60CB7-E2C9-4BBA-93E4-86FAD0E94F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4CA6A6-E45A-412F-8C1F-25E8FD5F6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ADD7D23-D1AF-4349-9BC4-04CD2E2C34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F19316-F542-45D3-89AA-FE8E36C9B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F5A16D-9FE0-4D2F-8103-B7713A5F5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457200" y="228600"/>
            <a:ext cx="2286000" cy="3200400"/>
            <a:chOff x="457200" y="228600"/>
            <a:chExt cx="2286000" cy="3200400"/>
          </a:xfrm>
        </p:grpSpPr>
        <p:pic>
          <p:nvPicPr>
            <p:cNvPr id="13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C88FF-FAD3-4CD0-8A17-736AA3B6AF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567" b="2"/>
            <a:stretch/>
          </p:blipFill>
          <p:spPr bwMode="auto">
            <a:xfrm>
              <a:off x="457200" y="234422"/>
              <a:ext cx="2284043" cy="2025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7473F0B-BDFC-4588-A68C-7D8552DE33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216" t="21159" r="47414" b="14031"/>
            <a:stretch/>
          </p:blipFill>
          <p:spPr bwMode="auto">
            <a:xfrm>
              <a:off x="1658589" y="718544"/>
              <a:ext cx="505956" cy="472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715B56-EF75-416E-91B6-A9F3ACED87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" r="11901"/>
            <a:stretch/>
          </p:blipFill>
          <p:spPr bwMode="auto">
            <a:xfrm>
              <a:off x="598897" y="1871883"/>
              <a:ext cx="1889107" cy="672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BE02FFF-9468-4FFD-8094-E2AF092413AA}"/>
                </a:ext>
              </a:extLst>
            </p:cNvPr>
            <p:cNvSpPr/>
            <p:nvPr/>
          </p:nvSpPr>
          <p:spPr>
            <a:xfrm>
              <a:off x="467289" y="228600"/>
              <a:ext cx="2255456" cy="3199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DBFC4D9-7B5D-4611-BA47-C0079A5002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300146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59B6070-28B7-44A0-A711-92F3D725B1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457261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FCAFEEC-56A7-4211-A267-7C62F650AD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616755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1A3147-34F7-4E03-8DD3-BA6E274FDA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771491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516FE2D-824D-46C7-8024-1F9906317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928605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D82906-4CA3-430C-9E50-F18A4A1A51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3076199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02C756-0BBB-4C58-821B-1507FDBD7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667976" y="1723690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A3C32D-AF29-4DDD-96CE-072030CE28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2062555" y="1465957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6CEDFA-1850-4BAF-A2FB-7B94249AE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577" t="22352" r="28104" b="49210"/>
            <a:stretch/>
          </p:blipFill>
          <p:spPr bwMode="auto">
            <a:xfrm>
              <a:off x="2216885" y="1465957"/>
              <a:ext cx="142265" cy="207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F5094E4-0B6A-4C24-8D8E-DDFF9EE6F3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577" t="22352" r="28104" b="49210"/>
            <a:stretch/>
          </p:blipFill>
          <p:spPr bwMode="auto">
            <a:xfrm>
              <a:off x="2292488" y="1465957"/>
              <a:ext cx="142265" cy="207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B4EB5DE-32B4-47D1-8DA7-0ECC362FF3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1810158" y="1787171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DAC034-49D9-4BAD-9749-5209B6370B46}"/>
                </a:ext>
              </a:extLst>
            </p:cNvPr>
            <p:cNvSpPr txBox="1"/>
            <p:nvPr/>
          </p:nvSpPr>
          <p:spPr>
            <a:xfrm>
              <a:off x="707987" y="439076"/>
              <a:ext cx="1840066" cy="3076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Montserrat ExtraBold" panose="00000900000000000000" pitchFamily="2" charset="0"/>
                </a:rPr>
                <a:t>Position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7A1D70-BA3E-435A-8950-596809226983}"/>
                </a:ext>
              </a:extLst>
            </p:cNvPr>
            <p:cNvSpPr txBox="1"/>
            <p:nvPr/>
          </p:nvSpPr>
          <p:spPr>
            <a:xfrm>
              <a:off x="1161443" y="2578216"/>
              <a:ext cx="630924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10</a:t>
              </a:r>
              <a:endParaRPr 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pic>
          <p:nvPicPr>
            <p:cNvPr id="19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025C5F10-843A-4F15-AAED-AE59110B597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932" y="2570078"/>
              <a:ext cx="539496" cy="53949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6EA737D-99B0-4F6D-879E-9DFDD57F78C6}"/>
                </a:ext>
              </a:extLst>
            </p:cNvPr>
            <p:cNvGrpSpPr/>
            <p:nvPr/>
          </p:nvGrpSpPr>
          <p:grpSpPr>
            <a:xfrm>
              <a:off x="754926" y="609600"/>
              <a:ext cx="1700009" cy="1569193"/>
              <a:chOff x="5029200" y="468787"/>
              <a:chExt cx="2436230" cy="1569660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C1D27F4-6AF6-4ECA-95B7-CA29D47380FE}"/>
                  </a:ext>
                </a:extLst>
              </p:cNvPr>
              <p:cNvSpPr txBox="1"/>
              <p:nvPr/>
            </p:nvSpPr>
            <p:spPr>
              <a:xfrm>
                <a:off x="5029200" y="468787"/>
                <a:ext cx="197409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uper Mario 256" pitchFamily="2" charset="0"/>
                  </a:rPr>
                  <a:t>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5AB8E93-0DD4-469D-B3F8-772557F6173B}"/>
                  </a:ext>
                </a:extLst>
              </p:cNvPr>
              <p:cNvSpPr txBox="1"/>
              <p:nvPr/>
            </p:nvSpPr>
            <p:spPr>
              <a:xfrm>
                <a:off x="6131039" y="632251"/>
                <a:ext cx="1334391" cy="584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err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uper Mario 256" pitchFamily="2" charset="0"/>
                  </a:rPr>
                  <a:t>nd</a:t>
                </a:r>
                <a:endParaRPr lang="en-US" sz="4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endParaRPr>
              </a:p>
            </p:txBody>
          </p:sp>
        </p:grpSp>
        <p:grpSp>
          <p:nvGrpSpPr>
            <p:cNvPr id="589" name="Group 58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457200" y="2241544"/>
              <a:ext cx="2286000" cy="92100"/>
              <a:chOff x="-2506971" y="1310005"/>
              <a:chExt cx="2313350" cy="92075"/>
            </a:xfrm>
          </p:grpSpPr>
          <p:pic>
            <p:nvPicPr>
              <p:cNvPr id="61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F9C0AC-FC95-4974-8045-214E71273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0" r="32423" b="23083"/>
            <a:stretch/>
          </p:blipFill>
          <p:spPr bwMode="auto">
            <a:xfrm>
              <a:off x="457201" y="3226171"/>
              <a:ext cx="2285999" cy="20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679451" y="3136900"/>
              <a:ext cx="1835149" cy="2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Two is better than one.</a:t>
              </a: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31496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Three is the best number of amigos.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31496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May the fourth be with you.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63373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I’m not sure what I did,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I’m pleading it.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63500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don’t get 6</a:t>
            </a:r>
            <a:r>
              <a:rPr lang="en-US" sz="600" i="1" baseline="300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three times in a row, for all our sake.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63500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Poor nine. Six is right to be scared.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95377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Eights aren’t crazy. 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They are just misunderstood.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95504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dirty="0">
                <a:latin typeface="Montserrat Medium" panose="00000600000000000000" pitchFamily="2" charset="0"/>
              </a:rPr>
              <a:t>One does not simply say ‘nine’ without sounding German.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95504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perfect gift: ten lords a-leaping.</a:t>
            </a:r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279" name="Rectangle 278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65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0EC88FF-FAD3-4CD0-8A17-736AA3B6A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7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473F0B-BDFC-4588-A68C-7D8552DE3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F715B56-EF75-416E-91B6-A9F3ACED8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E02FFF-9468-4FFD-8094-E2AF092413AA}"/>
              </a:ext>
            </a:extLst>
          </p:cNvPr>
          <p:cNvSpPr/>
          <p:nvPr/>
        </p:nvSpPr>
        <p:spPr>
          <a:xfrm>
            <a:off x="467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BFC4D9-7B5D-4611-BA47-C0079A500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9B6070-28B7-44A0-A711-92F3D725B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FCAFEEC-56A7-4211-A267-7C62F650A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E1A3147-34F7-4E03-8DD3-BA6E274FD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516FE2D-824D-46C7-8024-1F9906317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D82906-4CA3-430C-9E50-F18A4A1A51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002C756-0BBB-4C58-821B-1507FDBD7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0A3C32D-AF29-4DDD-96CE-072030CE2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6CEDFA-1850-4BAF-A2FB-7B94249AE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2216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F5094E4-0B6A-4C24-8D8E-DDFF9EE6F3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2292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4EB5DE-32B4-47D1-8DA7-0ECC362FF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DAC034-49D9-4BAD-9749-5209B6370B46}"/>
              </a:ext>
            </a:extLst>
          </p:cNvPr>
          <p:cNvSpPr txBox="1"/>
          <p:nvPr/>
        </p:nvSpPr>
        <p:spPr>
          <a:xfrm>
            <a:off x="679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A1D70-BA3E-435A-8950-596809226983}"/>
              </a:ext>
            </a:extLst>
          </p:cNvPr>
          <p:cNvSpPr txBox="1"/>
          <p:nvPr/>
        </p:nvSpPr>
        <p:spPr>
          <a:xfrm>
            <a:off x="1161443" y="2578216"/>
            <a:ext cx="63092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  <a:endParaRPr 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25C5F10-843A-4F15-AAED-AE59110B597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2570078"/>
            <a:ext cx="539496" cy="5394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2241544"/>
            <a:ext cx="2286000" cy="92100"/>
            <a:chOff x="-2506971" y="1310005"/>
            <a:chExt cx="2313350" cy="92075"/>
          </a:xfrm>
        </p:grpSpPr>
        <p:pic>
          <p:nvPicPr>
            <p:cNvPr id="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F9C0AC-FC95-4974-8045-214E71273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31369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Cutting it a bit close.</a:t>
            </a:r>
          </a:p>
        </p:txBody>
      </p:sp>
      <p:pic>
        <p:nvPicPr>
          <p:cNvPr id="72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28032" y="55160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557672" y="77258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214772" y="183938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6EA737D-99B0-4F6D-879E-9DFDD57F78C6}"/>
              </a:ext>
            </a:extLst>
          </p:cNvPr>
          <p:cNvGrpSpPr/>
          <p:nvPr/>
        </p:nvGrpSpPr>
        <p:grpSpPr>
          <a:xfrm>
            <a:off x="658563" y="755912"/>
            <a:ext cx="1925888" cy="1323439"/>
            <a:chOff x="5029200" y="638927"/>
            <a:chExt cx="2759930" cy="13238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AB8E93-0DD4-469D-B3F8-772557F6173B}"/>
                </a:ext>
              </a:extLst>
            </p:cNvPr>
            <p:cNvSpPr txBox="1"/>
            <p:nvPr/>
          </p:nvSpPr>
          <p:spPr>
            <a:xfrm>
              <a:off x="6836939" y="719363"/>
              <a:ext cx="952191" cy="461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1D27F4-6AF6-4ECA-95B7-CA29D47380FE}"/>
                </a:ext>
              </a:extLst>
            </p:cNvPr>
            <p:cNvSpPr txBox="1"/>
            <p:nvPr/>
          </p:nvSpPr>
          <p:spPr>
            <a:xfrm>
              <a:off x="5029200" y="638927"/>
              <a:ext cx="2430734" cy="1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11</a:t>
              </a:r>
              <a:endParaRPr lang="en-US" sz="9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75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146192" y="29252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482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7" name="Group 846"/>
          <p:cNvGrpSpPr/>
          <p:nvPr/>
        </p:nvGrpSpPr>
        <p:grpSpPr>
          <a:xfrm>
            <a:off x="457200" y="1028224"/>
            <a:ext cx="2286000" cy="2400776"/>
            <a:chOff x="-2113030" y="957263"/>
            <a:chExt cx="2270572" cy="2400776"/>
          </a:xfrm>
        </p:grpSpPr>
        <p:pic>
          <p:nvPicPr>
            <p:cNvPr id="8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7" name="Group 856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648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TextBox 858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876" name="TextBox 875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457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919" name="TextBox 91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41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92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1" name="TextBox 870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1918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67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2C05F0E5-DA6F-44A1-A011-0DD645024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661965" y="76922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63" name="Group 86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1924496"/>
            <a:ext cx="2286000" cy="92100"/>
            <a:chOff x="-2506971" y="1310005"/>
            <a:chExt cx="2313350" cy="92075"/>
          </a:xfrm>
        </p:grpSpPr>
        <p:pic>
          <p:nvPicPr>
            <p:cNvPr id="8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0" name="Group 91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99747"/>
            <a:ext cx="2286000" cy="94483"/>
            <a:chOff x="-2506971" y="1317144"/>
            <a:chExt cx="2313350" cy="94457"/>
          </a:xfrm>
        </p:grpSpPr>
        <p:pic>
          <p:nvPicPr>
            <p:cNvPr id="9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3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43" name="Group 1342"/>
          <p:cNvGrpSpPr/>
          <p:nvPr/>
        </p:nvGrpSpPr>
        <p:grpSpPr>
          <a:xfrm>
            <a:off x="2743200" y="1026184"/>
            <a:ext cx="2286000" cy="2400776"/>
            <a:chOff x="-2113030" y="957263"/>
            <a:chExt cx="2270572" cy="2400776"/>
          </a:xfrm>
        </p:grpSpPr>
        <p:pic>
          <p:nvPicPr>
            <p:cNvPr id="13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4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2934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85" name="Rectangle 1384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6" name="TextBox 1385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1371" name="TextBox 1370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2743200" y="35448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27351" y="30734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137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4" name="TextBox 1373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4204738" y="304434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76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2C05F0E5-DA6F-44A1-A011-0DD645024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2947965" y="76718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77" name="Group 137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1922456"/>
            <a:ext cx="2286000" cy="92100"/>
            <a:chOff x="-2506971" y="1310005"/>
            <a:chExt cx="2313350" cy="92075"/>
          </a:xfrm>
        </p:grpSpPr>
        <p:pic>
          <p:nvPicPr>
            <p:cNvPr id="138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697707"/>
            <a:ext cx="2286000" cy="94483"/>
            <a:chOff x="-2506971" y="1317144"/>
            <a:chExt cx="2313350" cy="94457"/>
          </a:xfrm>
        </p:grpSpPr>
        <p:pic>
          <p:nvPicPr>
            <p:cNvPr id="13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9545D8-2649-4942-9119-C35C36C1CFD7}"/>
              </a:ext>
            </a:extLst>
          </p:cNvPr>
          <p:cNvGrpSpPr/>
          <p:nvPr/>
        </p:nvGrpSpPr>
        <p:grpSpPr>
          <a:xfrm>
            <a:off x="457200" y="6630420"/>
            <a:ext cx="2287118" cy="3198360"/>
            <a:chOff x="15087600" y="610620"/>
            <a:chExt cx="2287118" cy="3198360"/>
          </a:xfrm>
        </p:grpSpPr>
        <p:pic>
          <p:nvPicPr>
            <p:cNvPr id="11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67855F-25B5-4D4F-BF2D-C184CCBF7C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11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CD1A1D-D87B-497E-8F54-859972829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59" name="Group 1158"/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116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6A9138-388D-4818-B3C7-BBC219C6E4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69" name="Group 1168">
              <a:extLst>
                <a:ext uri="{FF2B5EF4-FFF2-40B4-BE49-F238E27FC236}">
                  <a16:creationId xmlns:a16="http://schemas.microsoft.com/office/drawing/2014/main" id="{A5882A87-5233-49F3-A3FA-E2DBE12BF331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F47264A0-5ABF-4A84-9352-204DCF3F0D5B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1" name="TextBox 1170">
                <a:extLst>
                  <a:ext uri="{FF2B5EF4-FFF2-40B4-BE49-F238E27FC236}">
                    <a16:creationId xmlns:a16="http://schemas.microsoft.com/office/drawing/2014/main" id="{81C0C135-4B6D-4CFF-8F4A-50C80C771690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Roll a D10.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that number of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opponents with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680D1EE1-E08A-4888-8226-762AAFF1AF89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1175" name="TextBox 1174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1176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ACDDDA8D-BCDA-4A40-B1A1-4B48A5E190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7" name="TextBox 1176">
              <a:extLst>
                <a:ext uri="{FF2B5EF4-FFF2-40B4-BE49-F238E27FC236}">
                  <a16:creationId xmlns:a16="http://schemas.microsoft.com/office/drawing/2014/main" id="{62ACAE10-085A-4C47-ADB6-4432B9E0D036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026" name="Picture 2" descr="Image result for mike tyson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118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118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87ABA7-E3F8-4FFF-927E-A91B029CD35F}"/>
              </a:ext>
            </a:extLst>
          </p:cNvPr>
          <p:cNvGrpSpPr/>
          <p:nvPr/>
        </p:nvGrpSpPr>
        <p:grpSpPr>
          <a:xfrm>
            <a:off x="457200" y="3431040"/>
            <a:ext cx="2287118" cy="3198360"/>
            <a:chOff x="5028082" y="228600"/>
            <a:chExt cx="2287118" cy="3198360"/>
          </a:xfrm>
        </p:grpSpPr>
        <p:pic>
          <p:nvPicPr>
            <p:cNvPr id="9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67855F-25B5-4D4F-BF2D-C184CCBF7C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9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CD1A1D-D87B-497E-8F54-859972829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28" name="Group 927"/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94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6A9138-388D-4818-B3C7-BBC219C6E4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30" name="Group 929">
              <a:extLst>
                <a:ext uri="{FF2B5EF4-FFF2-40B4-BE49-F238E27FC236}">
                  <a16:creationId xmlns:a16="http://schemas.microsoft.com/office/drawing/2014/main" id="{A5882A87-5233-49F3-A3FA-E2DBE12BF331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F47264A0-5ABF-4A84-9352-204DCF3F0D5B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5" name="TextBox 944">
                <a:extLst>
                  <a:ext uri="{FF2B5EF4-FFF2-40B4-BE49-F238E27FC236}">
                    <a16:creationId xmlns:a16="http://schemas.microsoft.com/office/drawing/2014/main" id="{81C0C135-4B6D-4CFF-8F4A-50C80C771690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drive at all this race.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680D1EE1-E08A-4888-8226-762AAFF1AF89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935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ACDDDA8D-BCDA-4A40-B1A1-4B48A5E190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6" name="TextBox 935">
              <a:extLst>
                <a:ext uri="{FF2B5EF4-FFF2-40B4-BE49-F238E27FC236}">
                  <a16:creationId xmlns:a16="http://schemas.microsoft.com/office/drawing/2014/main" id="{62ACAE10-085A-4C47-ADB6-4432B9E0D036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37" name="Picture 18" descr="Image result for take the wheel">
              <a:extLst>
                <a:ext uri="{FF2B5EF4-FFF2-40B4-BE49-F238E27FC236}">
                  <a16:creationId xmlns:a16="http://schemas.microsoft.com/office/drawing/2014/main" id="{31B4E1EC-715A-4E3B-9E08-A147036A5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38" name="Group 937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94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39" name="Group 93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94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CD2426-1645-47AA-9557-29BAC61624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FBA7C6-8A7E-449A-A351-0C6091C1C3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" name="Group 287">
            <a:extLst>
              <a:ext uri="{FF2B5EF4-FFF2-40B4-BE49-F238E27FC236}">
                <a16:creationId xmlns:a16="http://schemas.microsoft.com/office/drawing/2014/main" id="{9487AE83-6995-4628-9DAF-9C40A19FAEE0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2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6DC061D-2212-4D3E-A351-E6CE6B930D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27CDF4-68E8-4120-BACF-254F48CCCE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8B48AF3-BE45-4A4C-ACC0-242C8398B9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B9E11F8-117A-41CD-B70B-91F19C224F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32C6CEB-2171-46DD-A281-6E25FE0E5D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E9C8B11-A6C7-4B4B-93B8-86DFCB2F7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63F4B34-6376-462C-B379-3DA6AEE94E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B68207E-43B0-4D31-A8B7-7D4CB3015B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BAD2FA8-A5E6-437D-B154-20D69D065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8" name="Group 297">
            <a:extLst>
              <a:ext uri="{FF2B5EF4-FFF2-40B4-BE49-F238E27FC236}">
                <a16:creationId xmlns:a16="http://schemas.microsoft.com/office/drawing/2014/main" id="{4EB4D601-5A13-453F-92CD-27B090118F09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7A8F7032-B5CE-42F4-8A3D-9862102736F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D136FB59-AACC-4B37-885A-BC8C436A653D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026D39B0-EC6F-434A-8E14-9C7A82C0A5F8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E6E68117-7B4B-4DD2-8752-15A9F50ED932}"/>
              </a:ext>
            </a:extLst>
          </p:cNvPr>
          <p:cNvSpPr txBox="1"/>
          <p:nvPr/>
        </p:nvSpPr>
        <p:spPr>
          <a:xfrm>
            <a:off x="5213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30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34A8F22-F797-4853-B50B-C78215D2D87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5" name="TextBox 304">
            <a:extLst>
              <a:ext uri="{FF2B5EF4-FFF2-40B4-BE49-F238E27FC236}">
                <a16:creationId xmlns:a16="http://schemas.microsoft.com/office/drawing/2014/main" id="{9169C4B1-CBEA-4AC6-B941-58DC177BFF26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6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07ECA40E-071D-4C42-A945-BAA5AF74E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5233965" y="76922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C851B64-41C8-441F-A498-2CE4DEC723F3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3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719F10A-1228-4287-92CA-984B01E9C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A2A61FB-F7E8-4F5E-A1AD-72473A4586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FFA4A69-85B7-468E-814C-362E6889A8C8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31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A1F420-24BC-411E-B1EC-48E0594058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630F80-17D9-4D44-901D-C27123B66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78D32498-8CCA-4982-8413-BAF86657D5E7}"/>
              </a:ext>
            </a:extLst>
          </p:cNvPr>
          <p:cNvGrpSpPr/>
          <p:nvPr/>
        </p:nvGrpSpPr>
        <p:grpSpPr>
          <a:xfrm>
            <a:off x="2743200" y="3429000"/>
            <a:ext cx="2287118" cy="3198360"/>
            <a:chOff x="5028082" y="228600"/>
            <a:chExt cx="2287118" cy="3198360"/>
          </a:xfrm>
        </p:grpSpPr>
        <p:pic>
          <p:nvPicPr>
            <p:cNvPr id="3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13B8947-BC95-404B-AEF1-F5E6FBD7E7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0C5DDB-86BB-4B1C-9FFB-B9AFA6FFE1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D3DC306A-6C97-4208-B9CC-F3565BA7E723}"/>
                </a:ext>
              </a:extLst>
            </p:cNvPr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33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74E0B52-275A-4D76-9719-BA79CFC9A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53AF2DE-964E-4A4C-8C3A-8EFEB72041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38374A7-DC41-4622-8F55-5B89BDA151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33CFB0C-FFD5-44AB-BC00-B3BFCAA6A4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03E7B14-4F92-473D-A7F5-7738E658C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CC429AD-0993-46E2-B2FF-A95AAB1C19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233E30E-8B9D-4D80-8A02-26C285724B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0417ED7-714C-40AB-9C05-4B1A36AEAB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70AAC46-8187-4162-A5F1-BAF2F93A93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71EB2EC4-175D-451F-AC7A-42615A6A79FE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AD53D3AD-74B2-4872-AE4C-7D826271A683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8926FFE-FAE6-4013-81DF-D4C71ECF104B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drive at all this race.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E7C39621-89FA-4FE8-B1CC-2E337D9FDB8B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D940A39B-94EF-42BA-A455-38C58AB8E66F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323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F4345561-80D9-4368-A396-A4BF323A9BD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4C960CDF-18A5-46C5-946C-1B75BE92D5D5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25" name="Picture 18" descr="Image result for take the wheel">
              <a:extLst>
                <a:ext uri="{FF2B5EF4-FFF2-40B4-BE49-F238E27FC236}">
                  <a16:creationId xmlns:a16="http://schemas.microsoft.com/office/drawing/2014/main" id="{52D71CFB-AA14-4A91-AF66-C271A63FBE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528FA72F-4782-4FDD-BAB0-A1D6E05F6809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33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502B2F9F-A86F-497A-B78E-B21A8F4879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EF125D4-5DB0-4B16-A7E5-FA542224BF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B7B2A0BB-86AB-47F3-8D73-C63C1A37BCC0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32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1A62291-F93A-4191-B1FC-2177A30A1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A22174E-3A38-4D22-ABB7-8E28D8CCD6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05E8BCF-DE58-4092-91DE-A5B276B32221}"/>
              </a:ext>
            </a:extLst>
          </p:cNvPr>
          <p:cNvGrpSpPr/>
          <p:nvPr/>
        </p:nvGrpSpPr>
        <p:grpSpPr>
          <a:xfrm>
            <a:off x="5028082" y="3429000"/>
            <a:ext cx="2287118" cy="3198360"/>
            <a:chOff x="5028082" y="228600"/>
            <a:chExt cx="2287118" cy="3198360"/>
          </a:xfrm>
        </p:grpSpPr>
        <p:pic>
          <p:nvPicPr>
            <p:cNvPr id="3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F49F06-CD78-484C-BFDB-453B4BCFBC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F857777-7756-4E13-AC10-A9E105A0FB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FCA0EC6A-4C57-4F0B-A6E4-A84E645A034D}"/>
                </a:ext>
              </a:extLst>
            </p:cNvPr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36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4253F729-48D7-438D-A268-A82F9A52D2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44B7D1D-1AF3-4A8B-B142-0AFE841D1E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CBF8F601-632A-414C-AFEC-0B673F4488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82DE46B-06A5-42A8-A65F-E1D2B7C1DE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7ECE5B1-88DF-4F10-90DF-C0AF450CF4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C1CC9FA4-0654-4C8C-AF64-ECFE92582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51C31B6-9CA6-4BA7-AA98-963C6B147D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4163900-C167-4DBA-AE28-4C014FA71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DFE58F-2C69-4B3E-8B3D-C9842C3E3E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D510E25-B673-4555-8F01-EF751D1C5DB3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ACBBDCB-0734-4FA0-8564-3430E9F41680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314A9051-0105-4D1F-A5F3-0B5552B822A3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drive at all this race.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CBBDC135-0261-4660-8FF6-AEB2FEB5EC09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51184269-B47F-492F-8CB5-E109FB93A894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352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6BDFF8B3-3AF3-409A-986D-A68D97C3F20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99B9A260-73E1-4867-B640-65AEB7C780D2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54" name="Picture 18" descr="Image result for take the wheel">
              <a:extLst>
                <a:ext uri="{FF2B5EF4-FFF2-40B4-BE49-F238E27FC236}">
                  <a16:creationId xmlns:a16="http://schemas.microsoft.com/office/drawing/2014/main" id="{06FFF9E7-F4B6-473F-A538-4C9E1D502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E02363B8-A4B6-482A-8D3D-FAB69F6A5EEF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36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B2CF305-74D7-44E5-A8B2-C8070F0B51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FAB240E7-66AB-4C4F-9C23-B89BD6E903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2C1E6E84-A768-4676-9E63-E0D6AFFD62C4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35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3C0027E-7692-4761-A753-0A99EE0F8D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8900582-9FB8-4940-A0BA-26D5A24CCA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BDCAB1A-DF45-4525-9AF0-E8743CE3642C}"/>
              </a:ext>
            </a:extLst>
          </p:cNvPr>
          <p:cNvGrpSpPr/>
          <p:nvPr/>
        </p:nvGrpSpPr>
        <p:grpSpPr>
          <a:xfrm>
            <a:off x="2743200" y="6630420"/>
            <a:ext cx="2287118" cy="3198360"/>
            <a:chOff x="15087600" y="610620"/>
            <a:chExt cx="2287118" cy="3198360"/>
          </a:xfrm>
        </p:grpSpPr>
        <p:pic>
          <p:nvPicPr>
            <p:cNvPr id="3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11954A2-9357-4E5B-B798-8693DAE270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D70828-DC2B-4D7F-86FB-F78E51CA13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8B12EBA-B4DA-406A-B1E5-7CD6034BCB40}"/>
                </a:ext>
              </a:extLst>
            </p:cNvPr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39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8BE5361-579E-44D7-B3EB-15196BC82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0733EC4-FBBB-49CC-9162-9CDC4CD8C4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9F9CF5E-8A50-4E56-ADDE-1FCED6CC56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F7B369B-1544-4F65-9144-51EA23B16E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D685CC1-7789-49A7-B13C-3C6002BFF4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B91F8E4-BCA3-4EC2-8508-63FDF9A3F9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57EC391-0D60-4AFD-B671-0177AFCBEA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C014E44-E5D0-4CDC-AE3F-01B7583B23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8F7A7C-F5AB-4AE6-AF7F-3E8B6E0554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74A1CBEB-6A0A-475F-B825-D7B711776B29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08C1C120-1B45-4C75-8D1F-2DA7332980F8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5F03C18F-8C48-42DD-92DA-FE3ECE990CC4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Roll a D10.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that number of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opponents with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994B10A8-EFBD-4DA8-8713-85FE01F2F17D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D57FB06-F6A2-4F53-93C5-51D11157DA88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381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4E6866F8-BD32-4F27-9D9D-F6F17DD092F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13FBB22E-0340-464F-9E35-9E0565E83C99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83" name="Picture 2" descr="Image result for mike tyson">
              <a:extLst>
                <a:ext uri="{FF2B5EF4-FFF2-40B4-BE49-F238E27FC236}">
                  <a16:creationId xmlns:a16="http://schemas.microsoft.com/office/drawing/2014/main" id="{9227E957-59E6-42B0-A548-DBD180428A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397D9864-6A8C-457B-9A87-E7883A6EFB1A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38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A4C50F2-9952-4F63-BB5C-013EF285C4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04317DE-4CB0-4E12-859E-3203FD9B7D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844E493E-EE44-410D-825F-241ED2D975D3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38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35A2024-D8DE-45E6-AFAF-49C9077266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A1335A7-95C9-4087-B63A-1C707B9F4F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4A99905-C954-4C38-A679-80B540DCA9AC}"/>
              </a:ext>
            </a:extLst>
          </p:cNvPr>
          <p:cNvGrpSpPr/>
          <p:nvPr/>
        </p:nvGrpSpPr>
        <p:grpSpPr>
          <a:xfrm>
            <a:off x="5029200" y="6631440"/>
            <a:ext cx="2287118" cy="3198360"/>
            <a:chOff x="15087600" y="610620"/>
            <a:chExt cx="2287118" cy="3198360"/>
          </a:xfrm>
        </p:grpSpPr>
        <p:pic>
          <p:nvPicPr>
            <p:cNvPr id="4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58ECD42-34CB-469C-BA55-D2093E533E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4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DAE201-F634-425D-9336-FEC65CF395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530F3074-B0AB-4D02-A42C-A66ACEF7CB85}"/>
                </a:ext>
              </a:extLst>
            </p:cNvPr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42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5C05649-C2C7-4CA0-8AE5-F8DC367FEE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AD4E3FC-0DA9-400C-8BA6-B8F8560E0E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95C7240-9F72-41B2-BBCC-8E0B98717D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2BBD544-E022-4C62-A3D2-9641FF439F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3D7C190-6A47-4E3C-862D-C06AF2FA78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FDF71B9-B455-4608-B81F-AE2316A2D5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0F28716-A700-4F30-9647-486D33734E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C54212C-6D94-4224-86B2-F00FDDA6E4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370B6B-FEF4-4676-A0AE-F76AB50AF2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2EF03DAA-0199-4E4F-A776-82DE94F43A24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E52F61F6-DA33-496C-B001-D0CBA0C8333C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52D0A034-0824-4CAC-A393-853983DD19D0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Roll a D10.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that number of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opponents with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B1807C8A-C52D-442A-B008-8F01249BAB2A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5BF8354B-702B-422A-8A8D-D649A14BBBA6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410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61C45637-1585-42EF-BE72-0C655E781DA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DC5E9BEA-DB60-4A6F-97B1-96B68C93F5FC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412" name="Picture 2" descr="Image result for mike tyson">
              <a:extLst>
                <a:ext uri="{FF2B5EF4-FFF2-40B4-BE49-F238E27FC236}">
                  <a16:creationId xmlns:a16="http://schemas.microsoft.com/office/drawing/2014/main" id="{8CB2E91B-4741-4215-9E05-39849AB74B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E0BBAD9-B2CD-4F48-A0CE-01C379C40999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41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186AD60-F852-4D48-B52D-C8F5B99498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FE4B70A3-4153-408A-8F8A-E98465233A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D1CF5AF-68F7-4810-AF04-2A163FD204F6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41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1DA435A-67C9-4466-8B13-A0E4E521F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44CD0BE0-3362-4255-AD0C-F57474179C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09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1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87" name="Group 1186"/>
          <p:cNvGrpSpPr/>
          <p:nvPr/>
        </p:nvGrpSpPr>
        <p:grpSpPr>
          <a:xfrm>
            <a:off x="457200" y="1026184"/>
            <a:ext cx="2286000" cy="2400776"/>
            <a:chOff x="-2113030" y="957263"/>
            <a:chExt cx="2270572" cy="2400776"/>
          </a:xfrm>
        </p:grpSpPr>
        <p:pic>
          <p:nvPicPr>
            <p:cNvPr id="11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9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99" name="Group 1198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648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00" name="Rectangle 1199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that number of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 items with a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held Banana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204" name="TextBox 1203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458318" y="3544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Don’t Stop Me Now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41351" y="3073400"/>
            <a:ext cx="13409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Sniper, no sniping!</a:t>
            </a:r>
          </a:p>
        </p:txBody>
      </p:sp>
      <p:pic>
        <p:nvPicPr>
          <p:cNvPr id="1206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7" name="TextBox 1206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1918738" y="304434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80" name="Picture 4" descr="http://images.popmatters.com/features_art/d/demonologyofdora1.jpg">
            <a:extLst>
              <a:ext uri="{FF2B5EF4-FFF2-40B4-BE49-F238E27FC236}">
                <a16:creationId xmlns:a16="http://schemas.microsoft.com/office/drawing/2014/main" id="{C36E2AD0-F794-41E3-AD60-8F82CD6E0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6818"/>
          <a:stretch/>
        </p:blipFill>
        <p:spPr bwMode="auto">
          <a:xfrm>
            <a:off x="682208" y="749300"/>
            <a:ext cx="1846210" cy="119164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08" name="Group 1207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1922456"/>
            <a:ext cx="2286000" cy="92100"/>
            <a:chOff x="-2506971" y="1310005"/>
            <a:chExt cx="2313350" cy="92075"/>
          </a:xfrm>
        </p:grpSpPr>
        <p:pic>
          <p:nvPicPr>
            <p:cNvPr id="12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11" name="Group 121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97707"/>
            <a:ext cx="2286000" cy="94483"/>
            <a:chOff x="-2506971" y="1317144"/>
            <a:chExt cx="2313350" cy="94457"/>
          </a:xfrm>
        </p:grpSpPr>
        <p:pic>
          <p:nvPicPr>
            <p:cNvPr id="12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D2FAE5-1AE4-43AA-BC7E-CBD6D1D86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5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7E952EC-95DB-4C7E-A5FE-A675AE447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9" name="Group 658">
            <a:extLst>
              <a:ext uri="{FF2B5EF4-FFF2-40B4-BE49-F238E27FC236}">
                <a16:creationId xmlns:a16="http://schemas.microsoft.com/office/drawing/2014/main" id="{BF2A16FC-EC77-43EB-A0BC-B87F7F5C0A84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6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6A5A549-99D7-419A-A150-09E4196805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4C9DB8-6C46-4DAD-ACB8-1F8F0E1D6C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F0B28A-F513-4A57-9008-62F3112C2B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133DEBE-0E6C-4DA7-8DE2-AB6450E8C8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B9A33EC-87D6-4A6B-8519-83EF9BF256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54260F-0F1C-4EA1-B7AD-FE0A573137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6B2751B-A8DB-4210-9411-EC5E498D46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6472E5D-04D4-49F4-87D8-956BACC7B0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25E7914-016C-4335-AC36-33A90B961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1" name="Group 660">
            <a:extLst>
              <a:ext uri="{FF2B5EF4-FFF2-40B4-BE49-F238E27FC236}">
                <a16:creationId xmlns:a16="http://schemas.microsoft.com/office/drawing/2014/main" id="{7E4AC99C-42DA-4C55-B510-66F6945DCA0A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BB99A923-729D-44DF-B5F0-513A7AA46BE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1F60B3D9-B58A-450A-A469-365E544E54D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that number of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 items with a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held Banana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63" name="TextBox 662">
            <a:extLst>
              <a:ext uri="{FF2B5EF4-FFF2-40B4-BE49-F238E27FC236}">
                <a16:creationId xmlns:a16="http://schemas.microsoft.com/office/drawing/2014/main" id="{2BE09EAA-9262-4279-88CD-1D519D1E8EC9}"/>
              </a:ext>
            </a:extLst>
          </p:cNvPr>
          <p:cNvSpPr txBox="1"/>
          <p:nvPr/>
        </p:nvSpPr>
        <p:spPr>
          <a:xfrm>
            <a:off x="2744318" y="3565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Don’t Stop Me Now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CC29DF7D-425D-4CC4-B730-80235E7FAEF3}"/>
              </a:ext>
            </a:extLst>
          </p:cNvPr>
          <p:cNvSpPr txBox="1"/>
          <p:nvPr/>
        </p:nvSpPr>
        <p:spPr>
          <a:xfrm>
            <a:off x="2927351" y="3075440"/>
            <a:ext cx="13409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Sniper, no sniping!</a:t>
            </a:r>
          </a:p>
        </p:txBody>
      </p:sp>
      <p:pic>
        <p:nvPicPr>
          <p:cNvPr id="66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38B052B-6CCE-480C-98DB-4F8E26DDF84D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6" name="TextBox 665">
            <a:extLst>
              <a:ext uri="{FF2B5EF4-FFF2-40B4-BE49-F238E27FC236}">
                <a16:creationId xmlns:a16="http://schemas.microsoft.com/office/drawing/2014/main" id="{0A9F84C3-EB02-42E4-A6B4-D55803062F8D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67" name="Picture 4" descr="http://images.popmatters.com/features_art/d/demonologyofdora1.jpg">
            <a:extLst>
              <a:ext uri="{FF2B5EF4-FFF2-40B4-BE49-F238E27FC236}">
                <a16:creationId xmlns:a16="http://schemas.microsoft.com/office/drawing/2014/main" id="{942DF68C-7BB8-4A1B-8B01-E5C4084DC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6818"/>
          <a:stretch/>
        </p:blipFill>
        <p:spPr bwMode="auto">
          <a:xfrm>
            <a:off x="2968208" y="751340"/>
            <a:ext cx="1846210" cy="119164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8" name="Group 667">
            <a:extLst>
              <a:ext uri="{FF2B5EF4-FFF2-40B4-BE49-F238E27FC236}">
                <a16:creationId xmlns:a16="http://schemas.microsoft.com/office/drawing/2014/main" id="{1345A0BE-F501-4364-90D1-A125161EE346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6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2CA67B-012A-4C20-9BD6-D4A2E1A24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AC3EE5B-00A3-40FE-9D8A-F6601A0002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871B0A96-C3F9-4A20-A9DB-B6C24499D47B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6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11ED4B-3D4B-4543-AD30-A7BBB28777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7C29BDF-4B7B-47B2-9107-25A9BF9F94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2379B3D-55A3-44A1-BD43-D0255E532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7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0B3928-AB92-48EE-9BC6-27D7DE00B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6" name="Group 715">
            <a:extLst>
              <a:ext uri="{FF2B5EF4-FFF2-40B4-BE49-F238E27FC236}">
                <a16:creationId xmlns:a16="http://schemas.microsoft.com/office/drawing/2014/main" id="{AD73B9D1-22A3-41A5-848F-C7849A2DCD92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7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8A0E6EC-8399-4731-9915-E6BC3E767B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E37B1A-FE92-4F0E-A613-1A616F204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D967018-A474-422F-86A2-0896D92DD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8E9B90-B921-49AB-A217-69A8A2663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51EB7E-7F12-4C89-9C46-3C5F21184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ACB19EC-7021-401D-A209-FDBAB0B403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FAB5918-1BF6-4555-A83B-DB1370A2C6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422EA4-D54B-4766-85E4-E3F4EBFFF4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5DFADC9-4EED-4228-B83E-41BF4E2A4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6" name="Group 725">
            <a:extLst>
              <a:ext uri="{FF2B5EF4-FFF2-40B4-BE49-F238E27FC236}">
                <a16:creationId xmlns:a16="http://schemas.microsoft.com/office/drawing/2014/main" id="{773F819B-8141-469D-9C24-7FC5ADB6BFF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51C3DD14-D6C1-49E1-A85F-48857CDF52C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8" name="TextBox 727">
              <a:extLst>
                <a:ext uri="{FF2B5EF4-FFF2-40B4-BE49-F238E27FC236}">
                  <a16:creationId xmlns:a16="http://schemas.microsoft.com/office/drawing/2014/main" id="{E08BABDD-64BF-423C-8634-76DE2005FB08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D10.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Run into bananas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and/or shells that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number of times.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30" name="TextBox 729">
            <a:extLst>
              <a:ext uri="{FF2B5EF4-FFF2-40B4-BE49-F238E27FC236}">
                <a16:creationId xmlns:a16="http://schemas.microsoft.com/office/drawing/2014/main" id="{74AD4AC2-728F-45F3-B7A5-E17947F15736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Flesh Wound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B121E42F-9483-4ABE-9FFA-388CBB4F0F3F}"/>
              </a:ext>
            </a:extLst>
          </p:cNvPr>
          <p:cNvSpPr txBox="1"/>
          <p:nvPr/>
        </p:nvSpPr>
        <p:spPr>
          <a:xfrm>
            <a:off x="5213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‘Tis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but a scratch!</a:t>
            </a:r>
          </a:p>
        </p:txBody>
      </p:sp>
      <p:pic>
        <p:nvPicPr>
          <p:cNvPr id="73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AB9A063-7A8E-4145-A9F7-729E3731CD5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3" name="TextBox 732">
            <a:extLst>
              <a:ext uri="{FF2B5EF4-FFF2-40B4-BE49-F238E27FC236}">
                <a16:creationId xmlns:a16="http://schemas.microsoft.com/office/drawing/2014/main" id="{77F3A453-1C67-40C1-96F6-F5AB0041F00C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34" name="Picture 2" descr="https://i.ytimg.com/vi/zn82OJKrzzs/maxresdefault.jpg">
            <a:extLst>
              <a:ext uri="{FF2B5EF4-FFF2-40B4-BE49-F238E27FC236}">
                <a16:creationId xmlns:a16="http://schemas.microsoft.com/office/drawing/2014/main" id="{F1CB6C0A-2EA3-44F1-B403-F3D76C07FA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14266" b="4012"/>
          <a:stretch/>
        </p:blipFill>
        <p:spPr bwMode="auto">
          <a:xfrm>
            <a:off x="5309873" y="752475"/>
            <a:ext cx="1724340" cy="12192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5" name="Group 734">
            <a:extLst>
              <a:ext uri="{FF2B5EF4-FFF2-40B4-BE49-F238E27FC236}">
                <a16:creationId xmlns:a16="http://schemas.microsoft.com/office/drawing/2014/main" id="{35F8CC4E-8EB1-4D18-B49F-76DD29178235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7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E771DB2-43AE-4EC9-8D5D-9C653B71D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899864D-232D-450E-AB25-D072A6843F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9DF65C5A-8EBE-4522-A95F-D1FE18A14681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7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D5C31E9-38FC-46E7-A446-A6C8179D22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E20577-E3B5-4DCF-8C76-83BDBD5F83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51F79DB-370B-4BE4-8AC8-62EE51009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7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160CAB-3206-4687-9A8B-F497CD87C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3" name="Group 772">
            <a:extLst>
              <a:ext uri="{FF2B5EF4-FFF2-40B4-BE49-F238E27FC236}">
                <a16:creationId xmlns:a16="http://schemas.microsoft.com/office/drawing/2014/main" id="{7138093D-4FFD-4C8D-847C-5D6780310AE3}"/>
              </a:ext>
            </a:extLst>
          </p:cNvPr>
          <p:cNvGrpSpPr/>
          <p:nvPr/>
        </p:nvGrpSpPr>
        <p:grpSpPr>
          <a:xfrm>
            <a:off x="5029200" y="4228624"/>
            <a:ext cx="2286000" cy="2400776"/>
            <a:chOff x="-2113030" y="957263"/>
            <a:chExt cx="2270572" cy="2400776"/>
          </a:xfrm>
        </p:grpSpPr>
        <p:pic>
          <p:nvPicPr>
            <p:cNvPr id="7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EDDAC6-3413-4E4E-B80A-1BB78C017B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FBA65D6-26AD-42F0-A471-DEB61B5B62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32A2FC-E219-43D7-B35F-EC7646A20A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17C17C-A8DB-44DD-B384-0DB7481929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1A6034-B366-4A65-AEF6-FE9EB04EAF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2A8D18C-9F31-45C1-AC17-04643B15A5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974A02-7D2A-4140-B6EC-2EC4E809CA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19B600-7AAA-4309-BE8F-CC5A9617EB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3B67F3-D901-41F6-B100-4560F16D5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5" name="Group 774">
            <a:extLst>
              <a:ext uri="{FF2B5EF4-FFF2-40B4-BE49-F238E27FC236}">
                <a16:creationId xmlns:a16="http://schemas.microsoft.com/office/drawing/2014/main" id="{1B8D9158-472B-4F18-811D-DA671AD98A78}"/>
              </a:ext>
            </a:extLst>
          </p:cNvPr>
          <p:cNvGrpSpPr/>
          <p:nvPr/>
        </p:nvGrpSpPr>
        <p:grpSpPr>
          <a:xfrm>
            <a:off x="5220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8CF20E22-47F1-45B1-B037-30CBCBCDBECD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0A01AFC7-D534-4637-8E00-CC0ACAEADA07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D10.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Run into bananas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and/or shells that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number of times.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77" name="TextBox 776">
            <a:extLst>
              <a:ext uri="{FF2B5EF4-FFF2-40B4-BE49-F238E27FC236}">
                <a16:creationId xmlns:a16="http://schemas.microsoft.com/office/drawing/2014/main" id="{8955F47E-ABE9-43B7-BB7A-459DD199B0B2}"/>
              </a:ext>
            </a:extLst>
          </p:cNvPr>
          <p:cNvSpPr txBox="1"/>
          <p:nvPr/>
        </p:nvSpPr>
        <p:spPr>
          <a:xfrm>
            <a:off x="5029200" y="35569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Flesh Wound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1546DF1-B66B-4B1F-8C2E-43DED595F4C5}"/>
              </a:ext>
            </a:extLst>
          </p:cNvPr>
          <p:cNvSpPr txBox="1"/>
          <p:nvPr/>
        </p:nvSpPr>
        <p:spPr>
          <a:xfrm>
            <a:off x="5213351" y="62758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‘Tis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but a scratch!</a:t>
            </a:r>
          </a:p>
        </p:txBody>
      </p:sp>
      <p:pic>
        <p:nvPicPr>
          <p:cNvPr id="77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A605DB4-BFDE-4FDA-BE8B-5DFC307193C4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0" name="TextBox 779">
            <a:extLst>
              <a:ext uri="{FF2B5EF4-FFF2-40B4-BE49-F238E27FC236}">
                <a16:creationId xmlns:a16="http://schemas.microsoft.com/office/drawing/2014/main" id="{1A24E748-20FE-4305-9830-AA45F3B1EA99}"/>
              </a:ext>
            </a:extLst>
          </p:cNvPr>
          <p:cNvSpPr txBox="1"/>
          <p:nvPr/>
        </p:nvSpPr>
        <p:spPr>
          <a:xfrm>
            <a:off x="6490738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81" name="Picture 2" descr="https://i.ytimg.com/vi/zn82OJKrzzs/maxresdefault.jpg">
            <a:extLst>
              <a:ext uri="{FF2B5EF4-FFF2-40B4-BE49-F238E27FC236}">
                <a16:creationId xmlns:a16="http://schemas.microsoft.com/office/drawing/2014/main" id="{70B6C6C8-2F32-465A-B7FF-A9D896C70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14266" b="4012"/>
          <a:stretch/>
        </p:blipFill>
        <p:spPr bwMode="auto">
          <a:xfrm>
            <a:off x="5309873" y="3952875"/>
            <a:ext cx="1724340" cy="12192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82" name="Group 781">
            <a:extLst>
              <a:ext uri="{FF2B5EF4-FFF2-40B4-BE49-F238E27FC236}">
                <a16:creationId xmlns:a16="http://schemas.microsoft.com/office/drawing/2014/main" id="{A1617556-4E39-47BC-9995-75EEBDFCCC91}"/>
              </a:ext>
            </a:extLst>
          </p:cNvPr>
          <p:cNvGrpSpPr/>
          <p:nvPr/>
        </p:nvGrpSpPr>
        <p:grpSpPr>
          <a:xfrm>
            <a:off x="5029200" y="5124896"/>
            <a:ext cx="2286000" cy="92100"/>
            <a:chOff x="-2506971" y="1310005"/>
            <a:chExt cx="2313350" cy="92075"/>
          </a:xfrm>
        </p:grpSpPr>
        <p:pic>
          <p:nvPicPr>
            <p:cNvPr id="7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06EF4E-0A89-4379-8DDC-9B06069900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C922605-45EF-4D53-894F-E13441787C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3" name="Group 782">
            <a:extLst>
              <a:ext uri="{FF2B5EF4-FFF2-40B4-BE49-F238E27FC236}">
                <a16:creationId xmlns:a16="http://schemas.microsoft.com/office/drawing/2014/main" id="{AC7222E5-4F45-43F5-89EF-7E4171AEBDC9}"/>
              </a:ext>
            </a:extLst>
          </p:cNvPr>
          <p:cNvGrpSpPr/>
          <p:nvPr/>
        </p:nvGrpSpPr>
        <p:grpSpPr>
          <a:xfrm>
            <a:off x="5029200" y="3900147"/>
            <a:ext cx="2286000" cy="94483"/>
            <a:chOff x="-2506971" y="1317144"/>
            <a:chExt cx="2313350" cy="94457"/>
          </a:xfrm>
        </p:grpSpPr>
        <p:pic>
          <p:nvPicPr>
            <p:cNvPr id="78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6AA4D05-B9FA-4339-810C-4C9BA737BB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1F969D-D3F8-4A2F-BA96-C38CF55A4E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470D19-026B-4347-BF74-6A7B9DC3F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48E6807-3FD6-4D89-9830-FAC47C3D0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2" name="Group 801">
            <a:extLst>
              <a:ext uri="{FF2B5EF4-FFF2-40B4-BE49-F238E27FC236}">
                <a16:creationId xmlns:a16="http://schemas.microsoft.com/office/drawing/2014/main" id="{DCCD261E-ADAA-41AB-B65C-20AF5A1EBDD4}"/>
              </a:ext>
            </a:extLst>
          </p:cNvPr>
          <p:cNvGrpSpPr/>
          <p:nvPr/>
        </p:nvGrpSpPr>
        <p:grpSpPr>
          <a:xfrm>
            <a:off x="5029200" y="7429024"/>
            <a:ext cx="2286000" cy="2400776"/>
            <a:chOff x="-2113030" y="957263"/>
            <a:chExt cx="2270572" cy="2400776"/>
          </a:xfrm>
        </p:grpSpPr>
        <p:pic>
          <p:nvPicPr>
            <p:cNvPr id="8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E882266-7AE4-445C-A66B-23F402E95E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E9881E-F483-4F4E-891B-F6B4DEE49C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08432BC-7B8B-49CA-BEDE-624C9983AC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9F0DAD0-54E3-46E4-95F1-6BE0D54B4D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FF0B84-2493-426B-821E-E6CB488C30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469476-C1F1-440F-939F-91A644DDCD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90445D-9885-465C-8ABA-9F0E7EE47D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83E659C-CA6C-4298-9133-3E30723EDE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971F7DE-F2A6-4C7E-A517-B048DADE9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4" name="Group 803">
            <a:extLst>
              <a:ext uri="{FF2B5EF4-FFF2-40B4-BE49-F238E27FC236}">
                <a16:creationId xmlns:a16="http://schemas.microsoft.com/office/drawing/2014/main" id="{84D4892C-8640-4544-A28D-25550493FC78}"/>
              </a:ext>
            </a:extLst>
          </p:cNvPr>
          <p:cNvGrpSpPr/>
          <p:nvPr/>
        </p:nvGrpSpPr>
        <p:grpSpPr>
          <a:xfrm>
            <a:off x="5220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EE72520D-5169-4E3E-A8D7-7B4E74ADDDE8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E8E7EABB-F1AF-4B17-8841-28450E07211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06" name="TextBox 805">
            <a:extLst>
              <a:ext uri="{FF2B5EF4-FFF2-40B4-BE49-F238E27FC236}">
                <a16:creationId xmlns:a16="http://schemas.microsoft.com/office/drawing/2014/main" id="{97BD9464-8EF6-4831-B283-4348C5A05EFE}"/>
              </a:ext>
            </a:extLst>
          </p:cNvPr>
          <p:cNvSpPr txBox="1"/>
          <p:nvPr/>
        </p:nvSpPr>
        <p:spPr>
          <a:xfrm>
            <a:off x="5029200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07" name="TextBox 806">
            <a:extLst>
              <a:ext uri="{FF2B5EF4-FFF2-40B4-BE49-F238E27FC236}">
                <a16:creationId xmlns:a16="http://schemas.microsoft.com/office/drawing/2014/main" id="{7FF36CC1-C721-4B20-A9E0-302A1E872806}"/>
              </a:ext>
            </a:extLst>
          </p:cNvPr>
          <p:cNvSpPr txBox="1"/>
          <p:nvPr/>
        </p:nvSpPr>
        <p:spPr>
          <a:xfrm>
            <a:off x="5213351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1490BBB-EE9A-4137-A71C-ACC9EDDE50C8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9" name="TextBox 808">
            <a:extLst>
              <a:ext uri="{FF2B5EF4-FFF2-40B4-BE49-F238E27FC236}">
                <a16:creationId xmlns:a16="http://schemas.microsoft.com/office/drawing/2014/main" id="{C3165925-FB99-4845-9B1A-D811F78AA437}"/>
              </a:ext>
            </a:extLst>
          </p:cNvPr>
          <p:cNvSpPr txBox="1"/>
          <p:nvPr/>
        </p:nvSpPr>
        <p:spPr>
          <a:xfrm>
            <a:off x="6490738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10" name="Picture 4" descr="Image result for scrooge mcduck">
            <a:extLst>
              <a:ext uri="{FF2B5EF4-FFF2-40B4-BE49-F238E27FC236}">
                <a16:creationId xmlns:a16="http://schemas.microsoft.com/office/drawing/2014/main" id="{EE313942-EF1D-4954-8645-4C14314FE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75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11" name="Group 810">
            <a:extLst>
              <a:ext uri="{FF2B5EF4-FFF2-40B4-BE49-F238E27FC236}">
                <a16:creationId xmlns:a16="http://schemas.microsoft.com/office/drawing/2014/main" id="{0D2D0751-5300-458F-934D-2F0CC7E9E4E0}"/>
              </a:ext>
            </a:extLst>
          </p:cNvPr>
          <p:cNvGrpSpPr/>
          <p:nvPr/>
        </p:nvGrpSpPr>
        <p:grpSpPr>
          <a:xfrm>
            <a:off x="5029200" y="8325296"/>
            <a:ext cx="2286000" cy="92100"/>
            <a:chOff x="-2506971" y="1310005"/>
            <a:chExt cx="2313350" cy="92075"/>
          </a:xfrm>
        </p:grpSpPr>
        <p:pic>
          <p:nvPicPr>
            <p:cNvPr id="8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8BBBF2-E5EF-45F0-95DF-1EBB1656A8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D2D839-2362-42EF-AB3B-E15D58CA26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12" name="Group 811">
            <a:extLst>
              <a:ext uri="{FF2B5EF4-FFF2-40B4-BE49-F238E27FC236}">
                <a16:creationId xmlns:a16="http://schemas.microsoft.com/office/drawing/2014/main" id="{E620826B-7777-4FEB-B8A4-773A3A58590F}"/>
              </a:ext>
            </a:extLst>
          </p:cNvPr>
          <p:cNvGrpSpPr/>
          <p:nvPr/>
        </p:nvGrpSpPr>
        <p:grpSpPr>
          <a:xfrm>
            <a:off x="5029200" y="7100547"/>
            <a:ext cx="2286000" cy="94483"/>
            <a:chOff x="-2506971" y="1317144"/>
            <a:chExt cx="2313350" cy="94457"/>
          </a:xfrm>
        </p:grpSpPr>
        <p:pic>
          <p:nvPicPr>
            <p:cNvPr id="8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47C2A8-C9D4-476A-AA67-C9B9461B46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D91123F-C29B-411C-A778-8B8B2412E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200C9B-B7A1-47AA-A38B-24207301F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12A25C-B10A-4A69-9C67-587604CAD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1" name="Group 830">
            <a:extLst>
              <a:ext uri="{FF2B5EF4-FFF2-40B4-BE49-F238E27FC236}">
                <a16:creationId xmlns:a16="http://schemas.microsoft.com/office/drawing/2014/main" id="{0CA4538E-4B37-489A-82B1-A2C1ED0EF26E}"/>
              </a:ext>
            </a:extLst>
          </p:cNvPr>
          <p:cNvGrpSpPr/>
          <p:nvPr/>
        </p:nvGrpSpPr>
        <p:grpSpPr>
          <a:xfrm>
            <a:off x="2743200" y="7429024"/>
            <a:ext cx="2286000" cy="2400776"/>
            <a:chOff x="-2113030" y="957263"/>
            <a:chExt cx="2270572" cy="2400776"/>
          </a:xfrm>
        </p:grpSpPr>
        <p:pic>
          <p:nvPicPr>
            <p:cNvPr id="8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B31464-0F57-4550-8FFF-45A27A57C2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46B1BC6-1F8B-43F1-BC53-8FF2999C7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1302837-6217-4221-AD5D-7377490653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4EB8AF1-23D7-4F10-805C-6645A1F078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D778D94-FE73-44BC-AB0D-1DFA0CD8C0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2E445FF-4B80-441A-9D50-31CF3F0362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D4AD1D4-F2DC-4A84-8C0F-F32C9B5A69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D2750A-9740-4102-8519-43FEE1A681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9D401B-DDC6-41DB-B13C-8A59BDF0E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3" name="Group 832">
            <a:extLst>
              <a:ext uri="{FF2B5EF4-FFF2-40B4-BE49-F238E27FC236}">
                <a16:creationId xmlns:a16="http://schemas.microsoft.com/office/drawing/2014/main" id="{98D76DA6-0346-43B4-A397-32EF954CE44A}"/>
              </a:ext>
            </a:extLst>
          </p:cNvPr>
          <p:cNvGrpSpPr/>
          <p:nvPr/>
        </p:nvGrpSpPr>
        <p:grpSpPr>
          <a:xfrm>
            <a:off x="2934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24F4AD66-4ABA-4E66-AE21-89299E436ABE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66" name="TextBox 865">
              <a:extLst>
                <a:ext uri="{FF2B5EF4-FFF2-40B4-BE49-F238E27FC236}">
                  <a16:creationId xmlns:a16="http://schemas.microsoft.com/office/drawing/2014/main" id="{511EEDD7-6865-47F6-BEFF-5196C770CC6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DF0924FA-B631-429C-8C4D-DDB89B79752A}"/>
              </a:ext>
            </a:extLst>
          </p:cNvPr>
          <p:cNvSpPr txBox="1"/>
          <p:nvPr/>
        </p:nvSpPr>
        <p:spPr>
          <a:xfrm>
            <a:off x="2743200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36" name="TextBox 835">
            <a:extLst>
              <a:ext uri="{FF2B5EF4-FFF2-40B4-BE49-F238E27FC236}">
                <a16:creationId xmlns:a16="http://schemas.microsoft.com/office/drawing/2014/main" id="{CF639736-B970-4AEA-9056-5863A1C1DC97}"/>
              </a:ext>
            </a:extLst>
          </p:cNvPr>
          <p:cNvSpPr txBox="1"/>
          <p:nvPr/>
        </p:nvSpPr>
        <p:spPr>
          <a:xfrm>
            <a:off x="2927351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7E51B10-DD2B-4596-AB4F-BA116C4CAA4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8" name="TextBox 837">
            <a:extLst>
              <a:ext uri="{FF2B5EF4-FFF2-40B4-BE49-F238E27FC236}">
                <a16:creationId xmlns:a16="http://schemas.microsoft.com/office/drawing/2014/main" id="{FBEBA4EB-A22F-4197-9100-AE459DAB20EF}"/>
              </a:ext>
            </a:extLst>
          </p:cNvPr>
          <p:cNvSpPr txBox="1"/>
          <p:nvPr/>
        </p:nvSpPr>
        <p:spPr>
          <a:xfrm>
            <a:off x="4204738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39" name="Picture 4" descr="Image result for scrooge mcduck">
            <a:extLst>
              <a:ext uri="{FF2B5EF4-FFF2-40B4-BE49-F238E27FC236}">
                <a16:creationId xmlns:a16="http://schemas.microsoft.com/office/drawing/2014/main" id="{D268105B-A04A-4510-9AFE-ACC9C61F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0" name="Group 839">
            <a:extLst>
              <a:ext uri="{FF2B5EF4-FFF2-40B4-BE49-F238E27FC236}">
                <a16:creationId xmlns:a16="http://schemas.microsoft.com/office/drawing/2014/main" id="{45962519-A4D9-4CCE-9AAF-FFD9FB57A57F}"/>
              </a:ext>
            </a:extLst>
          </p:cNvPr>
          <p:cNvGrpSpPr/>
          <p:nvPr/>
        </p:nvGrpSpPr>
        <p:grpSpPr>
          <a:xfrm>
            <a:off x="2743200" y="8325296"/>
            <a:ext cx="2286000" cy="92100"/>
            <a:chOff x="-2506971" y="1310005"/>
            <a:chExt cx="2313350" cy="92075"/>
          </a:xfrm>
        </p:grpSpPr>
        <p:pic>
          <p:nvPicPr>
            <p:cNvPr id="8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20C7DF5-2E31-4E19-B754-8FC588E6F9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04D7F5-834C-485A-86A4-E272B63D40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41" name="Group 840">
            <a:extLst>
              <a:ext uri="{FF2B5EF4-FFF2-40B4-BE49-F238E27FC236}">
                <a16:creationId xmlns:a16="http://schemas.microsoft.com/office/drawing/2014/main" id="{E363395F-17D7-4ECB-BEB3-2B9873C63556}"/>
              </a:ext>
            </a:extLst>
          </p:cNvPr>
          <p:cNvGrpSpPr/>
          <p:nvPr/>
        </p:nvGrpSpPr>
        <p:grpSpPr>
          <a:xfrm>
            <a:off x="2743200" y="7100547"/>
            <a:ext cx="2286000" cy="94483"/>
            <a:chOff x="-2506971" y="1317144"/>
            <a:chExt cx="2313350" cy="94457"/>
          </a:xfrm>
        </p:grpSpPr>
        <p:pic>
          <p:nvPicPr>
            <p:cNvPr id="8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A11A5BA-95C7-4FC3-8AF1-B54677A4FA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6658EC9-E1BD-480C-9C6C-FB23DF3FF8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7CC6378-2690-4986-B39C-3FB0F1E18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366603D-8436-42D2-B8C7-D31BB2B520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4" name="Group 883">
            <a:extLst>
              <a:ext uri="{FF2B5EF4-FFF2-40B4-BE49-F238E27FC236}">
                <a16:creationId xmlns:a16="http://schemas.microsoft.com/office/drawing/2014/main" id="{E66C5C03-E6A8-4386-8E29-7068E603F73C}"/>
              </a:ext>
            </a:extLst>
          </p:cNvPr>
          <p:cNvGrpSpPr/>
          <p:nvPr/>
        </p:nvGrpSpPr>
        <p:grpSpPr>
          <a:xfrm>
            <a:off x="456082" y="7429024"/>
            <a:ext cx="2286000" cy="2400776"/>
            <a:chOff x="-2113030" y="957263"/>
            <a:chExt cx="2270572" cy="2400776"/>
          </a:xfrm>
        </p:grpSpPr>
        <p:pic>
          <p:nvPicPr>
            <p:cNvPr id="9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7B4C3A-3571-4C3C-B7B2-06E4466D5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CB5AF4-1E0B-4E61-BC8F-4D010DDF9E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E1AB493-D34F-452E-BBA4-D18E27A78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F5C805-2451-484B-9B51-2C7A6153F7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8361812-3F98-465F-8752-670F74C29B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CD1251E-B5A4-4723-A4D3-D6D814ABE9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170A3D1-F0DE-467E-BC5F-82922DE556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8B98AE0-4514-44D7-9864-A9886EF682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9D8D541-3690-4F39-BD70-4A2A8BAF7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6" name="Group 885">
            <a:extLst>
              <a:ext uri="{FF2B5EF4-FFF2-40B4-BE49-F238E27FC236}">
                <a16:creationId xmlns:a16="http://schemas.microsoft.com/office/drawing/2014/main" id="{FB97B7FD-5B12-4D05-B7E1-9C159C1D41A5}"/>
              </a:ext>
            </a:extLst>
          </p:cNvPr>
          <p:cNvGrpSpPr/>
          <p:nvPr/>
        </p:nvGrpSpPr>
        <p:grpSpPr>
          <a:xfrm>
            <a:off x="647699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582F290C-DEB5-470A-BD62-B44356F2BE2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01" name="TextBox 900">
              <a:extLst>
                <a:ext uri="{FF2B5EF4-FFF2-40B4-BE49-F238E27FC236}">
                  <a16:creationId xmlns:a16="http://schemas.microsoft.com/office/drawing/2014/main" id="{C7A0177C-036D-4B11-B8CF-F667EF7177FA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88" name="TextBox 887">
            <a:extLst>
              <a:ext uri="{FF2B5EF4-FFF2-40B4-BE49-F238E27FC236}">
                <a16:creationId xmlns:a16="http://schemas.microsoft.com/office/drawing/2014/main" id="{F1B7CC6E-113B-4943-8B91-DD66EB344CDE}"/>
              </a:ext>
            </a:extLst>
          </p:cNvPr>
          <p:cNvSpPr txBox="1"/>
          <p:nvPr/>
        </p:nvSpPr>
        <p:spPr>
          <a:xfrm>
            <a:off x="456082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1E49CF79-44B7-4384-A1FB-54724F7ABE3B}"/>
              </a:ext>
            </a:extLst>
          </p:cNvPr>
          <p:cNvSpPr txBox="1"/>
          <p:nvPr/>
        </p:nvSpPr>
        <p:spPr>
          <a:xfrm>
            <a:off x="640233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9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9B0EACE-43EF-435E-A3FC-6710F91A1A2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1" name="TextBox 890">
            <a:extLst>
              <a:ext uri="{FF2B5EF4-FFF2-40B4-BE49-F238E27FC236}">
                <a16:creationId xmlns:a16="http://schemas.microsoft.com/office/drawing/2014/main" id="{25B8FA79-299A-4B3A-90E7-9A2195AF91AD}"/>
              </a:ext>
            </a:extLst>
          </p:cNvPr>
          <p:cNvSpPr txBox="1"/>
          <p:nvPr/>
        </p:nvSpPr>
        <p:spPr>
          <a:xfrm>
            <a:off x="1917620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92" name="Picture 4" descr="Image result for scrooge mcduck">
            <a:extLst>
              <a:ext uri="{FF2B5EF4-FFF2-40B4-BE49-F238E27FC236}">
                <a16:creationId xmlns:a16="http://schemas.microsoft.com/office/drawing/2014/main" id="{C6CFFC33-4197-48E5-BB89-E74006130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7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3" name="Group 892">
            <a:extLst>
              <a:ext uri="{FF2B5EF4-FFF2-40B4-BE49-F238E27FC236}">
                <a16:creationId xmlns:a16="http://schemas.microsoft.com/office/drawing/2014/main" id="{F6D73539-5B81-4B0F-9536-C20F066BC60B}"/>
              </a:ext>
            </a:extLst>
          </p:cNvPr>
          <p:cNvGrpSpPr/>
          <p:nvPr/>
        </p:nvGrpSpPr>
        <p:grpSpPr>
          <a:xfrm>
            <a:off x="456082" y="8325296"/>
            <a:ext cx="2286000" cy="92100"/>
            <a:chOff x="-2506971" y="1310005"/>
            <a:chExt cx="2313350" cy="92075"/>
          </a:xfrm>
        </p:grpSpPr>
        <p:pic>
          <p:nvPicPr>
            <p:cNvPr id="8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A4EAB78-6BBE-446F-A730-62193EA5E2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ADD279-DFCD-4D2E-BB5A-9EFAD1E304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4" name="Group 893">
            <a:extLst>
              <a:ext uri="{FF2B5EF4-FFF2-40B4-BE49-F238E27FC236}">
                <a16:creationId xmlns:a16="http://schemas.microsoft.com/office/drawing/2014/main" id="{0146EAFC-5AE5-4CD0-852D-02A62A0C7256}"/>
              </a:ext>
            </a:extLst>
          </p:cNvPr>
          <p:cNvGrpSpPr/>
          <p:nvPr/>
        </p:nvGrpSpPr>
        <p:grpSpPr>
          <a:xfrm>
            <a:off x="456082" y="7100547"/>
            <a:ext cx="2286000" cy="94483"/>
            <a:chOff x="-2506971" y="1317144"/>
            <a:chExt cx="2313350" cy="94457"/>
          </a:xfrm>
        </p:grpSpPr>
        <p:pic>
          <p:nvPicPr>
            <p:cNvPr id="8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660C880-8E74-480C-BD7A-3D34BDE6F9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70BAC34-5FF8-4B36-BBB0-B28FF78F74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35C623F-DE43-490A-8B8A-33DD20A03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9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6811E-9028-4A81-800E-51DDD6088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CE1BB452-8F13-48C1-8790-06C358A2C414}"/>
              </a:ext>
            </a:extLst>
          </p:cNvPr>
          <p:cNvGrpSpPr/>
          <p:nvPr/>
        </p:nvGrpSpPr>
        <p:grpSpPr>
          <a:xfrm>
            <a:off x="456082" y="4228624"/>
            <a:ext cx="2286000" cy="2400776"/>
            <a:chOff x="-2113030" y="957263"/>
            <a:chExt cx="2270572" cy="2400776"/>
          </a:xfrm>
        </p:grpSpPr>
        <p:pic>
          <p:nvPicPr>
            <p:cNvPr id="9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B1DFE51-55C7-4605-A7BF-1E7C71DE1F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7E9D0FE-D107-49BA-AADB-CD6D3E3796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3EC4AE-B4BC-4664-9A65-F7C1F8422C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113820A-A4F5-4BDA-9B3F-1AD690DA2A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9C0A3C-6BFB-4C14-AE56-99886E7A8D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57C3316-619C-4399-A842-E01103881E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4FC003A-5AC4-4510-A853-247D2E244E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4D64BD2-2996-48AA-886B-527BE2BC7C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6EBF801-9FB0-455F-99BB-C4EB9E09D8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5" name="Group 914">
            <a:extLst>
              <a:ext uri="{FF2B5EF4-FFF2-40B4-BE49-F238E27FC236}">
                <a16:creationId xmlns:a16="http://schemas.microsoft.com/office/drawing/2014/main" id="{B2DAA456-5679-4782-908D-81A8E7EB2807}"/>
              </a:ext>
            </a:extLst>
          </p:cNvPr>
          <p:cNvGrpSpPr/>
          <p:nvPr/>
        </p:nvGrpSpPr>
        <p:grpSpPr>
          <a:xfrm>
            <a:off x="647699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8ED40A51-5A88-4808-80C2-20FD0C84387F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66" name="TextBox 965">
              <a:extLst>
                <a:ext uri="{FF2B5EF4-FFF2-40B4-BE49-F238E27FC236}">
                  <a16:creationId xmlns:a16="http://schemas.microsoft.com/office/drawing/2014/main" id="{22D01A0C-78CA-4FC5-AFEA-F7E6638971F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Do not touch a single item box.</a:t>
              </a:r>
            </a:p>
          </p:txBody>
        </p:sp>
      </p:grpSp>
      <p:sp>
        <p:nvSpPr>
          <p:cNvPr id="917" name="TextBox 916">
            <a:extLst>
              <a:ext uri="{FF2B5EF4-FFF2-40B4-BE49-F238E27FC236}">
                <a16:creationId xmlns:a16="http://schemas.microsoft.com/office/drawing/2014/main" id="{ED43A58B-9AF0-4211-83CE-471D260109AE}"/>
              </a:ext>
            </a:extLst>
          </p:cNvPr>
          <p:cNvSpPr txBox="1"/>
          <p:nvPr/>
        </p:nvSpPr>
        <p:spPr>
          <a:xfrm>
            <a:off x="457200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Irrational Fear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918" name="TextBox 917">
            <a:extLst>
              <a:ext uri="{FF2B5EF4-FFF2-40B4-BE49-F238E27FC236}">
                <a16:creationId xmlns:a16="http://schemas.microsoft.com/office/drawing/2014/main" id="{6DDBCDE5-9F7E-4E55-B239-1A6F9ADA32E7}"/>
              </a:ext>
            </a:extLst>
          </p:cNvPr>
          <p:cNvSpPr txBox="1"/>
          <p:nvPr/>
        </p:nvSpPr>
        <p:spPr>
          <a:xfrm>
            <a:off x="640233" y="62758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Just try it.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It can’t be that bad.</a:t>
            </a:r>
          </a:p>
        </p:txBody>
      </p:sp>
      <p:pic>
        <p:nvPicPr>
          <p:cNvPr id="92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E31B4E1-D6C9-4056-9044-3FC1D536B1A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" name="TextBox 924">
            <a:extLst>
              <a:ext uri="{FF2B5EF4-FFF2-40B4-BE49-F238E27FC236}">
                <a16:creationId xmlns:a16="http://schemas.microsoft.com/office/drawing/2014/main" id="{A63D56BB-31F4-447E-90B1-99840B5130EA}"/>
              </a:ext>
            </a:extLst>
          </p:cNvPr>
          <p:cNvSpPr txBox="1"/>
          <p:nvPr/>
        </p:nvSpPr>
        <p:spPr>
          <a:xfrm>
            <a:off x="1917620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18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54" name="Group 953">
            <a:extLst>
              <a:ext uri="{FF2B5EF4-FFF2-40B4-BE49-F238E27FC236}">
                <a16:creationId xmlns:a16="http://schemas.microsoft.com/office/drawing/2014/main" id="{00064B4E-D570-469E-AAA0-69CDE8F4C4E4}"/>
              </a:ext>
            </a:extLst>
          </p:cNvPr>
          <p:cNvGrpSpPr/>
          <p:nvPr/>
        </p:nvGrpSpPr>
        <p:grpSpPr>
          <a:xfrm>
            <a:off x="695325" y="3914775"/>
            <a:ext cx="1885949" cy="1276350"/>
            <a:chOff x="-1958170" y="1352550"/>
            <a:chExt cx="2068914" cy="14001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962" name="Picture 4" descr="Image result for pixel piranha plant">
              <a:extLst>
                <a:ext uri="{FF2B5EF4-FFF2-40B4-BE49-F238E27FC236}">
                  <a16:creationId xmlns:a16="http://schemas.microsoft.com/office/drawing/2014/main" id="{1DFCFBE1-52D2-4474-A462-09A48E45BA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29048" y1="19206" x2="42063" y2="33492"/>
                          <a14:foregroundMark x1="42063" y1="33492" x2="44603" y2="41270"/>
                          <a14:foregroundMark x1="44603" y1="41270" x2="53810" y2="38889"/>
                          <a14:foregroundMark x1="53810" y1="38889" x2="61270" y2="33651"/>
                          <a14:foregroundMark x1="61270" y1="33651" x2="66508" y2="27143"/>
                          <a14:foregroundMark x1="66508" y1="27143" x2="67302" y2="23810"/>
                          <a14:foregroundMark x1="68254" y1="16508" x2="66349" y2="25714"/>
                          <a14:foregroundMark x1="66349" y1="25714" x2="50000" y2="49206"/>
                          <a14:foregroundMark x1="50000" y1="49206" x2="42222" y2="47460"/>
                          <a14:foregroundMark x1="42222" y1="47460" x2="39048" y2="43651"/>
                          <a14:foregroundMark x1="30794" y1="38254" x2="36984" y2="57937"/>
                          <a14:foregroundMark x1="36984" y1="57937" x2="44762" y2="60952"/>
                          <a14:foregroundMark x1="44762" y1="60952" x2="61429" y2="59524"/>
                          <a14:foregroundMark x1="61429" y1="59524" x2="70159" y2="54762"/>
                          <a14:foregroundMark x1="70159" y1="54762" x2="71905" y2="45714"/>
                          <a14:foregroundMark x1="71905" y1="45714" x2="68095" y2="38254"/>
                          <a14:foregroundMark x1="68095" y1="38254" x2="38254" y2="36032"/>
                          <a14:foregroundMark x1="38254" y1="36032" x2="32222" y2="39524"/>
                          <a14:foregroundMark x1="49683" y1="54286" x2="56349" y2="58571"/>
                          <a14:foregroundMark x1="56349" y1="58571" x2="64286" y2="57778"/>
                          <a14:foregroundMark x1="64286" y1="57778" x2="66349" y2="61905"/>
                          <a14:foregroundMark x1="67778" y1="40000" x2="69206" y2="44762"/>
                          <a14:foregroundMark x1="61270" y1="14286" x2="61270" y2="14286"/>
                          <a14:foregroundMark x1="58095" y1="22222" x2="58095" y2="26349"/>
                          <a14:foregroundMark x1="55714" y1="28095" x2="55556" y2="36032"/>
                          <a14:foregroundMark x1="55556" y1="36032" x2="55556" y2="36032"/>
                          <a14:foregroundMark x1="53492" y1="34603" x2="45873" y2="35397"/>
                          <a14:foregroundMark x1="45397" y1="27143" x2="41270" y2="30952"/>
                          <a14:foregroundMark x1="42381" y1="20635" x2="38730" y2="24921"/>
                          <a14:foregroundMark x1="37778" y1="14127" x2="31587" y2="17937"/>
                          <a14:backgroundMark x1="50000" y1="29048" x2="48413" y2="5079"/>
                          <a14:backgroundMark x1="33651" y1="9683" x2="24762" y2="9048"/>
                          <a14:backgroundMark x1="24762" y1="9048" x2="20635" y2="15873"/>
                          <a14:backgroundMark x1="20635" y1="15873" x2="20635" y2="57778"/>
                          <a14:backgroundMark x1="20635" y1="57778" x2="26190" y2="64127"/>
                          <a14:backgroundMark x1="26190" y1="64127" x2="26508" y2="65397"/>
                          <a14:backgroundMark x1="33492" y1="68254" x2="25238" y2="68730"/>
                          <a14:backgroundMark x1="25238" y1="68730" x2="18254" y2="72381"/>
                          <a14:backgroundMark x1="18254" y1="72381" x2="18413" y2="81270"/>
                          <a14:backgroundMark x1="18413" y1="81270" x2="25079" y2="86349"/>
                          <a14:backgroundMark x1="25079" y1="86349" x2="49365" y2="91746"/>
                          <a14:backgroundMark x1="49365" y1="91746" x2="66190" y2="86984"/>
                          <a14:backgroundMark x1="66190" y1="86984" x2="74444" y2="87778"/>
                          <a14:backgroundMark x1="74444" y1="87778" x2="81429" y2="83333"/>
                          <a14:backgroundMark x1="81429" y1="83333" x2="79524" y2="66349"/>
                          <a14:backgroundMark x1="79524" y1="66349" x2="75873" y2="58095"/>
                          <a14:backgroundMark x1="75873" y1="58095" x2="80317" y2="50159"/>
                          <a14:backgroundMark x1="80317" y1="50159" x2="80159" y2="42222"/>
                          <a14:backgroundMark x1="80159" y1="42222" x2="76032" y2="34762"/>
                          <a14:backgroundMark x1="76032" y1="34762" x2="78889" y2="16984"/>
                          <a14:backgroundMark x1="78889" y1="16984" x2="76667" y2="9048"/>
                          <a14:backgroundMark x1="76667" y1="9048" x2="68730" y2="8571"/>
                          <a14:backgroundMark x1="68730" y1="8571" x2="66825" y2="11587"/>
                          <a14:backgroundMark x1="65873" y1="66825" x2="73651" y2="67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95" t="10911" r="21413" b="10299"/>
            <a:stretch/>
          </p:blipFill>
          <p:spPr bwMode="auto">
            <a:xfrm>
              <a:off x="-1031199" y="1941356"/>
              <a:ext cx="166922" cy="222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8B594E6F-6655-4236-AB7B-92AD77ABD622}"/>
                </a:ext>
              </a:extLst>
            </p:cNvPr>
            <p:cNvSpPr/>
            <p:nvPr/>
          </p:nvSpPr>
          <p:spPr>
            <a:xfrm>
              <a:off x="-1958170" y="1352550"/>
              <a:ext cx="2068914" cy="140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64" name="Picture 10" descr="Image result for irrational fears">
              <a:extLst>
                <a:ext uri="{FF2B5EF4-FFF2-40B4-BE49-F238E27FC236}">
                  <a16:creationId xmlns:a16="http://schemas.microsoft.com/office/drawing/2014/main" id="{BFB9ADA2-D0E1-4F79-96EF-885CC10B7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95438" y="1417158"/>
              <a:ext cx="1295400" cy="1270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5" name="Group 954">
            <a:extLst>
              <a:ext uri="{FF2B5EF4-FFF2-40B4-BE49-F238E27FC236}">
                <a16:creationId xmlns:a16="http://schemas.microsoft.com/office/drawing/2014/main" id="{4F32F5DF-3DD7-4B66-BC0A-068692BFC0DF}"/>
              </a:ext>
            </a:extLst>
          </p:cNvPr>
          <p:cNvGrpSpPr/>
          <p:nvPr/>
        </p:nvGrpSpPr>
        <p:grpSpPr>
          <a:xfrm>
            <a:off x="456082" y="5124896"/>
            <a:ext cx="2286000" cy="92100"/>
            <a:chOff x="-2506971" y="1310005"/>
            <a:chExt cx="2313350" cy="92075"/>
          </a:xfrm>
        </p:grpSpPr>
        <p:pic>
          <p:nvPicPr>
            <p:cNvPr id="9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DA82EAF-D03E-46E0-94CA-052F5F652C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DA72F49-25CE-4F06-919D-EEEE5602AF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6" name="Group 955">
            <a:extLst>
              <a:ext uri="{FF2B5EF4-FFF2-40B4-BE49-F238E27FC236}">
                <a16:creationId xmlns:a16="http://schemas.microsoft.com/office/drawing/2014/main" id="{23B9B7AE-7363-4A51-99B9-6E36017B6C2B}"/>
              </a:ext>
            </a:extLst>
          </p:cNvPr>
          <p:cNvGrpSpPr/>
          <p:nvPr/>
        </p:nvGrpSpPr>
        <p:grpSpPr>
          <a:xfrm>
            <a:off x="456082" y="3900147"/>
            <a:ext cx="2286000" cy="94483"/>
            <a:chOff x="-2506971" y="1317144"/>
            <a:chExt cx="2313350" cy="94457"/>
          </a:xfrm>
        </p:grpSpPr>
        <p:pic>
          <p:nvPicPr>
            <p:cNvPr id="9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998C8A-14EE-4BFE-96ED-C8A5B4709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1803ED2-5323-4023-A396-0602C66881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48442D6-F8CC-42EA-95AB-189B5495C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9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38830E-9B2B-4E47-AC36-7A9A72CB6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78" name="Group 977">
            <a:extLst>
              <a:ext uri="{FF2B5EF4-FFF2-40B4-BE49-F238E27FC236}">
                <a16:creationId xmlns:a16="http://schemas.microsoft.com/office/drawing/2014/main" id="{465D3E5C-6B50-4F74-AD14-B2B9A79A3EDA}"/>
              </a:ext>
            </a:extLst>
          </p:cNvPr>
          <p:cNvGrpSpPr/>
          <p:nvPr/>
        </p:nvGrpSpPr>
        <p:grpSpPr>
          <a:xfrm>
            <a:off x="2743200" y="4228624"/>
            <a:ext cx="2286000" cy="2400776"/>
            <a:chOff x="-2113030" y="957263"/>
            <a:chExt cx="2270572" cy="2400776"/>
          </a:xfrm>
        </p:grpSpPr>
        <p:pic>
          <p:nvPicPr>
            <p:cNvPr id="10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909D5A6-A082-4AB5-B4F5-0607EC1990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25F7DA0-8045-4523-A835-8E0D25241D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5E783D9-096E-4787-B20C-06FDEDC7C2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337A0EA-B2EA-44B9-A78B-727C28A128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7A34232-604D-45E6-871E-8F40C03499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F10B868-76F6-4990-8D91-216D35689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B2929C-C71D-4C78-AACF-7ED0D20628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4BCE69A-7D17-496D-A5A7-06929FC2D1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B328913-D625-466E-8710-032557C9B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80" name="Group 979">
            <a:extLst>
              <a:ext uri="{FF2B5EF4-FFF2-40B4-BE49-F238E27FC236}">
                <a16:creationId xmlns:a16="http://schemas.microsoft.com/office/drawing/2014/main" id="{DBCFD1F6-CAA4-41FD-B531-310F85671337}"/>
              </a:ext>
            </a:extLst>
          </p:cNvPr>
          <p:cNvGrpSpPr/>
          <p:nvPr/>
        </p:nvGrpSpPr>
        <p:grpSpPr>
          <a:xfrm>
            <a:off x="2934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59653F4E-D67B-4165-B771-10521E45E6F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99" name="TextBox 998">
              <a:extLst>
                <a:ext uri="{FF2B5EF4-FFF2-40B4-BE49-F238E27FC236}">
                  <a16:creationId xmlns:a16="http://schemas.microsoft.com/office/drawing/2014/main" id="{7CDFA8F0-E0B9-4900-BBE0-4F892F1EA59A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Do not touch a single item box.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82" name="TextBox 981">
            <a:extLst>
              <a:ext uri="{FF2B5EF4-FFF2-40B4-BE49-F238E27FC236}">
                <a16:creationId xmlns:a16="http://schemas.microsoft.com/office/drawing/2014/main" id="{CB495C39-BE44-4052-B969-FEB2C7D510E2}"/>
              </a:ext>
            </a:extLst>
          </p:cNvPr>
          <p:cNvSpPr txBox="1"/>
          <p:nvPr/>
        </p:nvSpPr>
        <p:spPr>
          <a:xfrm>
            <a:off x="2744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Irrational Fear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60214AFB-39D4-4CE1-88F9-8D061C8F9019}"/>
              </a:ext>
            </a:extLst>
          </p:cNvPr>
          <p:cNvSpPr txBox="1"/>
          <p:nvPr/>
        </p:nvSpPr>
        <p:spPr>
          <a:xfrm>
            <a:off x="2927351" y="62758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Just try it.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It can’t be that bad.</a:t>
            </a:r>
          </a:p>
        </p:txBody>
      </p:sp>
      <p:pic>
        <p:nvPicPr>
          <p:cNvPr id="98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5081D19-4067-4A26-BA7B-1BF509CE3E71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5" name="TextBox 984">
            <a:extLst>
              <a:ext uri="{FF2B5EF4-FFF2-40B4-BE49-F238E27FC236}">
                <a16:creationId xmlns:a16="http://schemas.microsoft.com/office/drawing/2014/main" id="{B2C5E4DE-4016-42A1-B837-AD18758FE494}"/>
              </a:ext>
            </a:extLst>
          </p:cNvPr>
          <p:cNvSpPr txBox="1"/>
          <p:nvPr/>
        </p:nvSpPr>
        <p:spPr>
          <a:xfrm>
            <a:off x="4204738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18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87" name="Group 986">
            <a:extLst>
              <a:ext uri="{FF2B5EF4-FFF2-40B4-BE49-F238E27FC236}">
                <a16:creationId xmlns:a16="http://schemas.microsoft.com/office/drawing/2014/main" id="{0D9DBAE6-36CD-49F3-8A27-6A493A705D6B}"/>
              </a:ext>
            </a:extLst>
          </p:cNvPr>
          <p:cNvGrpSpPr/>
          <p:nvPr/>
        </p:nvGrpSpPr>
        <p:grpSpPr>
          <a:xfrm>
            <a:off x="2982443" y="3914775"/>
            <a:ext cx="1885949" cy="1276350"/>
            <a:chOff x="-1958170" y="1352550"/>
            <a:chExt cx="2068914" cy="14001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995" name="Picture 4" descr="Image result for pixel piranha plant">
              <a:extLst>
                <a:ext uri="{FF2B5EF4-FFF2-40B4-BE49-F238E27FC236}">
                  <a16:creationId xmlns:a16="http://schemas.microsoft.com/office/drawing/2014/main" id="{B7417850-468C-4DD3-B693-BF6B82115F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29048" y1="19206" x2="42063" y2="33492"/>
                          <a14:foregroundMark x1="42063" y1="33492" x2="44603" y2="41270"/>
                          <a14:foregroundMark x1="44603" y1="41270" x2="53810" y2="38889"/>
                          <a14:foregroundMark x1="53810" y1="38889" x2="61270" y2="33651"/>
                          <a14:foregroundMark x1="61270" y1="33651" x2="66508" y2="27143"/>
                          <a14:foregroundMark x1="66508" y1="27143" x2="67302" y2="23810"/>
                          <a14:foregroundMark x1="68254" y1="16508" x2="66349" y2="25714"/>
                          <a14:foregroundMark x1="66349" y1="25714" x2="50000" y2="49206"/>
                          <a14:foregroundMark x1="50000" y1="49206" x2="42222" y2="47460"/>
                          <a14:foregroundMark x1="42222" y1="47460" x2="39048" y2="43651"/>
                          <a14:foregroundMark x1="30794" y1="38254" x2="36984" y2="57937"/>
                          <a14:foregroundMark x1="36984" y1="57937" x2="44762" y2="60952"/>
                          <a14:foregroundMark x1="44762" y1="60952" x2="61429" y2="59524"/>
                          <a14:foregroundMark x1="61429" y1="59524" x2="70159" y2="54762"/>
                          <a14:foregroundMark x1="70159" y1="54762" x2="71905" y2="45714"/>
                          <a14:foregroundMark x1="71905" y1="45714" x2="68095" y2="38254"/>
                          <a14:foregroundMark x1="68095" y1="38254" x2="38254" y2="36032"/>
                          <a14:foregroundMark x1="38254" y1="36032" x2="32222" y2="39524"/>
                          <a14:foregroundMark x1="49683" y1="54286" x2="56349" y2="58571"/>
                          <a14:foregroundMark x1="56349" y1="58571" x2="64286" y2="57778"/>
                          <a14:foregroundMark x1="64286" y1="57778" x2="66349" y2="61905"/>
                          <a14:foregroundMark x1="67778" y1="40000" x2="69206" y2="44762"/>
                          <a14:foregroundMark x1="61270" y1="14286" x2="61270" y2="14286"/>
                          <a14:foregroundMark x1="58095" y1="22222" x2="58095" y2="26349"/>
                          <a14:foregroundMark x1="55714" y1="28095" x2="55556" y2="36032"/>
                          <a14:foregroundMark x1="55556" y1="36032" x2="55556" y2="36032"/>
                          <a14:foregroundMark x1="53492" y1="34603" x2="45873" y2="35397"/>
                          <a14:foregroundMark x1="45397" y1="27143" x2="41270" y2="30952"/>
                          <a14:foregroundMark x1="42381" y1="20635" x2="38730" y2="24921"/>
                          <a14:foregroundMark x1="37778" y1="14127" x2="31587" y2="17937"/>
                          <a14:backgroundMark x1="50000" y1="29048" x2="48413" y2="5079"/>
                          <a14:backgroundMark x1="33651" y1="9683" x2="24762" y2="9048"/>
                          <a14:backgroundMark x1="24762" y1="9048" x2="20635" y2="15873"/>
                          <a14:backgroundMark x1="20635" y1="15873" x2="20635" y2="57778"/>
                          <a14:backgroundMark x1="20635" y1="57778" x2="26190" y2="64127"/>
                          <a14:backgroundMark x1="26190" y1="64127" x2="26508" y2="65397"/>
                          <a14:backgroundMark x1="33492" y1="68254" x2="25238" y2="68730"/>
                          <a14:backgroundMark x1="25238" y1="68730" x2="18254" y2="72381"/>
                          <a14:backgroundMark x1="18254" y1="72381" x2="18413" y2="81270"/>
                          <a14:backgroundMark x1="18413" y1="81270" x2="25079" y2="86349"/>
                          <a14:backgroundMark x1="25079" y1="86349" x2="49365" y2="91746"/>
                          <a14:backgroundMark x1="49365" y1="91746" x2="66190" y2="86984"/>
                          <a14:backgroundMark x1="66190" y1="86984" x2="74444" y2="87778"/>
                          <a14:backgroundMark x1="74444" y1="87778" x2="81429" y2="83333"/>
                          <a14:backgroundMark x1="81429" y1="83333" x2="79524" y2="66349"/>
                          <a14:backgroundMark x1="79524" y1="66349" x2="75873" y2="58095"/>
                          <a14:backgroundMark x1="75873" y1="58095" x2="80317" y2="50159"/>
                          <a14:backgroundMark x1="80317" y1="50159" x2="80159" y2="42222"/>
                          <a14:backgroundMark x1="80159" y1="42222" x2="76032" y2="34762"/>
                          <a14:backgroundMark x1="76032" y1="34762" x2="78889" y2="16984"/>
                          <a14:backgroundMark x1="78889" y1="16984" x2="76667" y2="9048"/>
                          <a14:backgroundMark x1="76667" y1="9048" x2="68730" y2="8571"/>
                          <a14:backgroundMark x1="68730" y1="8571" x2="66825" y2="11587"/>
                          <a14:backgroundMark x1="65873" y1="66825" x2="73651" y2="67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95" t="10911" r="21413" b="10299"/>
            <a:stretch/>
          </p:blipFill>
          <p:spPr bwMode="auto">
            <a:xfrm>
              <a:off x="-1031199" y="1941356"/>
              <a:ext cx="166922" cy="222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16C6C035-D366-4357-85BD-ACAACF674F32}"/>
                </a:ext>
              </a:extLst>
            </p:cNvPr>
            <p:cNvSpPr/>
            <p:nvPr/>
          </p:nvSpPr>
          <p:spPr>
            <a:xfrm>
              <a:off x="-1958170" y="1352550"/>
              <a:ext cx="2068914" cy="140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7" name="Picture 10" descr="Image result for irrational fears">
              <a:extLst>
                <a:ext uri="{FF2B5EF4-FFF2-40B4-BE49-F238E27FC236}">
                  <a16:creationId xmlns:a16="http://schemas.microsoft.com/office/drawing/2014/main" id="{F67C4DB6-7CDE-4EB6-818C-79D7562BD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95438" y="1417158"/>
              <a:ext cx="1295400" cy="1270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E4D54321-FB4F-4082-AC1F-EEFF990828BC}"/>
              </a:ext>
            </a:extLst>
          </p:cNvPr>
          <p:cNvGrpSpPr/>
          <p:nvPr/>
        </p:nvGrpSpPr>
        <p:grpSpPr>
          <a:xfrm>
            <a:off x="2743200" y="5124896"/>
            <a:ext cx="2286000" cy="92100"/>
            <a:chOff x="-2506971" y="1310005"/>
            <a:chExt cx="2313350" cy="92075"/>
          </a:xfrm>
        </p:grpSpPr>
        <p:pic>
          <p:nvPicPr>
            <p:cNvPr id="9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5EC3E8A-C013-4216-BB9D-A024D4B848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D82E34A-CCE1-4C3B-AADB-CB5F5150BB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9" name="Group 988">
            <a:extLst>
              <a:ext uri="{FF2B5EF4-FFF2-40B4-BE49-F238E27FC236}">
                <a16:creationId xmlns:a16="http://schemas.microsoft.com/office/drawing/2014/main" id="{AF0660E6-3292-4C04-BC88-D5C94946B153}"/>
              </a:ext>
            </a:extLst>
          </p:cNvPr>
          <p:cNvGrpSpPr/>
          <p:nvPr/>
        </p:nvGrpSpPr>
        <p:grpSpPr>
          <a:xfrm>
            <a:off x="2743200" y="3900147"/>
            <a:ext cx="2286000" cy="94483"/>
            <a:chOff x="-2506971" y="1317144"/>
            <a:chExt cx="2313350" cy="94457"/>
          </a:xfrm>
        </p:grpSpPr>
        <p:pic>
          <p:nvPicPr>
            <p:cNvPr id="9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40B2FFA-C0F4-44EB-AC1D-F5733CFE7B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41A0641-B26D-4E3A-9E71-BE3EA821B7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09" name="Group 1008">
            <a:extLst>
              <a:ext uri="{FF2B5EF4-FFF2-40B4-BE49-F238E27FC236}">
                <a16:creationId xmlns:a16="http://schemas.microsoft.com/office/drawing/2014/main" id="{9BD995D3-81CA-4367-8DEF-6D27AF782D98}"/>
              </a:ext>
            </a:extLst>
          </p:cNvPr>
          <p:cNvGrpSpPr/>
          <p:nvPr/>
        </p:nvGrpSpPr>
        <p:grpSpPr>
          <a:xfrm>
            <a:off x="463081" y="228600"/>
            <a:ext cx="6852119" cy="3200400"/>
            <a:chOff x="463081" y="228600"/>
            <a:chExt cx="6852119" cy="3200400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903E17BC-846A-499B-973C-CFD983D3FE39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3A841301-DA91-44F7-84DC-DEC8831AFF2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92CFD70F-DE39-4FDE-9A6D-8E39060F58E3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0" name="Group 1009">
            <a:extLst>
              <a:ext uri="{FF2B5EF4-FFF2-40B4-BE49-F238E27FC236}">
                <a16:creationId xmlns:a16="http://schemas.microsoft.com/office/drawing/2014/main" id="{F497EB11-4EA2-4524-8407-23E0AF5B7E1C}"/>
              </a:ext>
            </a:extLst>
          </p:cNvPr>
          <p:cNvGrpSpPr/>
          <p:nvPr/>
        </p:nvGrpSpPr>
        <p:grpSpPr>
          <a:xfrm>
            <a:off x="463081" y="3429000"/>
            <a:ext cx="6852119" cy="3200400"/>
            <a:chOff x="463081" y="228600"/>
            <a:chExt cx="6852119" cy="3200400"/>
          </a:xfrm>
        </p:grpSpPr>
        <p:sp>
          <p:nvSpPr>
            <p:cNvPr id="1015" name="Rectangle 1014">
              <a:extLst>
                <a:ext uri="{FF2B5EF4-FFF2-40B4-BE49-F238E27FC236}">
                  <a16:creationId xmlns:a16="http://schemas.microsoft.com/office/drawing/2014/main" id="{6A528341-7EA8-4AEE-85C0-8241B2494BA2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E3B10528-B66F-47BF-931A-F4D87EDC46DB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C66E5302-B4D1-4560-A3A8-E090C1E7A343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1" name="Group 1010">
            <a:extLst>
              <a:ext uri="{FF2B5EF4-FFF2-40B4-BE49-F238E27FC236}">
                <a16:creationId xmlns:a16="http://schemas.microsoft.com/office/drawing/2014/main" id="{93F5B8DB-0551-4A16-AAE7-DED55F005637}"/>
              </a:ext>
            </a:extLst>
          </p:cNvPr>
          <p:cNvGrpSpPr/>
          <p:nvPr/>
        </p:nvGrpSpPr>
        <p:grpSpPr>
          <a:xfrm>
            <a:off x="463081" y="6629400"/>
            <a:ext cx="6852119" cy="3200400"/>
            <a:chOff x="463081" y="228600"/>
            <a:chExt cx="6852119" cy="3200400"/>
          </a:xfrm>
        </p:grpSpPr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5CA86E58-13CA-4840-AFC9-9DF33FE5862F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4887D867-4BF1-4288-8C08-5F2FF82E98AE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02384716-63A7-41E2-A99E-32373CFCB14A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287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70C8FC-9B45-4AB1-9364-D4E3821FF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D6FF74D-0B3B-4BCF-A7D9-79C452EA3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3006C44-8939-4CC3-9519-1A07A3300F2C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6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5767E7E-0DB9-4C4F-9FA3-27B6654416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B8F207E-C29F-4435-85D1-BB975E9B34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3D1A8A-5C63-4817-914C-7D9A8F9CE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277F4F5-A6DA-438B-8E60-1C295ADD6B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570CD68-E1BE-4CEB-9016-F4FD577B23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AD8389A-6D26-40D8-8D9A-F1E86BBDD3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B34E66-81FC-47FA-A7C8-181FE75F5B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931B0BA-F137-4290-9739-B8BD9D84F3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0931D38-74BF-4C3D-94BF-FA2B4D0AC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3" name="Group 632">
            <a:extLst>
              <a:ext uri="{FF2B5EF4-FFF2-40B4-BE49-F238E27FC236}">
                <a16:creationId xmlns:a16="http://schemas.microsoft.com/office/drawing/2014/main" id="{C0C82F2D-EBA4-4E09-A1C4-734A5032C0E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7057E518-DA70-46B3-80E5-94DFCABDAB5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6993D690-94D9-44AC-A670-C58BE4BF81A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that number of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35" name="TextBox 634">
            <a:extLst>
              <a:ext uri="{FF2B5EF4-FFF2-40B4-BE49-F238E27FC236}">
                <a16:creationId xmlns:a16="http://schemas.microsoft.com/office/drawing/2014/main" id="{E5283880-858A-490A-B464-1146815B22E5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89DF8166-B8F3-48F3-A9D0-2D6F79CFED3A}"/>
              </a:ext>
            </a:extLst>
          </p:cNvPr>
          <p:cNvSpPr txBox="1"/>
          <p:nvPr/>
        </p:nvSpPr>
        <p:spPr>
          <a:xfrm>
            <a:off x="5213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6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56146FA-2A94-4AE9-AD5D-980073D21B81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8" name="TextBox 637">
            <a:extLst>
              <a:ext uri="{FF2B5EF4-FFF2-40B4-BE49-F238E27FC236}">
                <a16:creationId xmlns:a16="http://schemas.microsoft.com/office/drawing/2014/main" id="{85398217-CC68-463B-BD07-2A26C67FDAC4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39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D974BC43-A625-4B4B-A578-AB28A43123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5209030" y="7366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40" name="Group 639">
            <a:extLst>
              <a:ext uri="{FF2B5EF4-FFF2-40B4-BE49-F238E27FC236}">
                <a16:creationId xmlns:a16="http://schemas.microsoft.com/office/drawing/2014/main" id="{0B6C1C4B-6E8C-476F-913A-6D3051E0DEF8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6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711B7C-16F4-4306-9499-22BF82F6CF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652D925-463B-4D11-B16E-18B8A4778B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D628756A-F710-43F6-9707-35AE68D3C1A1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6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C586EDD-FB74-4A73-86B5-647B0F0D12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2F92306-D87B-4429-82AE-9552FCAD94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94467CF-6E60-4A46-B507-D8310120D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FA4EBBB-703D-45A6-8897-FFFBAE4BA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1" name="Group 340">
            <a:extLst>
              <a:ext uri="{FF2B5EF4-FFF2-40B4-BE49-F238E27FC236}">
                <a16:creationId xmlns:a16="http://schemas.microsoft.com/office/drawing/2014/main" id="{5742DE21-15C5-4054-9395-4B12C028D2B5}"/>
              </a:ext>
            </a:extLst>
          </p:cNvPr>
          <p:cNvGrpSpPr/>
          <p:nvPr/>
        </p:nvGrpSpPr>
        <p:grpSpPr>
          <a:xfrm>
            <a:off x="457200" y="7429024"/>
            <a:ext cx="2286000" cy="2400776"/>
            <a:chOff x="-2113030" y="957263"/>
            <a:chExt cx="2270572" cy="2400776"/>
          </a:xfrm>
        </p:grpSpPr>
        <p:pic>
          <p:nvPicPr>
            <p:cNvPr id="3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052E494-3C15-4AAF-9E06-361ADAF5D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D1CDB6-C723-44A7-8517-6E9A88065A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178EC5-EE99-4455-87FA-695841BBB5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85A966-65BA-425D-B00D-E4C5D6437D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14AFE25-CE50-47E9-BACE-E27D972CD3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DDA6A8-9132-46D4-BF74-DFB25EC035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C7C8F4-CE98-4BE5-A572-0DC1E8CEC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DBAF88-0209-47AE-A1C7-E29F78D04C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8A728E4-C94B-48D0-A7CA-7E62060C1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D70CCEB-E1C4-4B04-AE56-4E0CD581CA4F}"/>
              </a:ext>
            </a:extLst>
          </p:cNvPr>
          <p:cNvGrpSpPr/>
          <p:nvPr/>
        </p:nvGrpSpPr>
        <p:grpSpPr>
          <a:xfrm>
            <a:off x="648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7D897740-7E13-403B-AAA4-25A9F0959190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CB370FBE-4C26-4B80-B349-32CA29F0556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07" name="TextBox 406">
            <a:extLst>
              <a:ext uri="{FF2B5EF4-FFF2-40B4-BE49-F238E27FC236}">
                <a16:creationId xmlns:a16="http://schemas.microsoft.com/office/drawing/2014/main" id="{C216A086-7B96-405E-8558-3068A3915DC7}"/>
              </a:ext>
            </a:extLst>
          </p:cNvPr>
          <p:cNvSpPr txBox="1"/>
          <p:nvPr/>
        </p:nvSpPr>
        <p:spPr>
          <a:xfrm>
            <a:off x="458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79D1DB60-78A8-4F1F-8E08-50C528DEA2D5}"/>
              </a:ext>
            </a:extLst>
          </p:cNvPr>
          <p:cNvSpPr txBox="1"/>
          <p:nvPr/>
        </p:nvSpPr>
        <p:spPr>
          <a:xfrm>
            <a:off x="641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C0097B1-0DAC-45F6-9726-860DB3FB0470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4DFE83D6-ACF2-402C-AE10-F3297D3CDC1F}"/>
              </a:ext>
            </a:extLst>
          </p:cNvPr>
          <p:cNvSpPr txBox="1"/>
          <p:nvPr/>
        </p:nvSpPr>
        <p:spPr>
          <a:xfrm>
            <a:off x="1918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08705913-1A94-4FD4-AFD4-09FC7114F2C7}"/>
              </a:ext>
            </a:extLst>
          </p:cNvPr>
          <p:cNvGrpSpPr/>
          <p:nvPr/>
        </p:nvGrpSpPr>
        <p:grpSpPr>
          <a:xfrm>
            <a:off x="629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516BD8A-E83C-43D3-A7DF-F9BA456A7824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3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672AB3CB-4015-4274-BB56-4FF92E3D3A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19E7A864-ACEC-4AC2-B7DB-A6227FCF39A0}"/>
              </a:ext>
            </a:extLst>
          </p:cNvPr>
          <p:cNvGrpSpPr/>
          <p:nvPr/>
        </p:nvGrpSpPr>
        <p:grpSpPr>
          <a:xfrm>
            <a:off x="457200" y="8325296"/>
            <a:ext cx="2286000" cy="92100"/>
            <a:chOff x="-2506971" y="1310005"/>
            <a:chExt cx="2313350" cy="92075"/>
          </a:xfrm>
        </p:grpSpPr>
        <p:pic>
          <p:nvPicPr>
            <p:cNvPr id="4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D04D19-6F28-496E-9704-5CA156E660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3F20B8-096C-4105-B82F-DFAC07AB15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CFA9C27F-D79A-4E75-A6B8-3089213352C1}"/>
              </a:ext>
            </a:extLst>
          </p:cNvPr>
          <p:cNvGrpSpPr/>
          <p:nvPr/>
        </p:nvGrpSpPr>
        <p:grpSpPr>
          <a:xfrm>
            <a:off x="457200" y="7100547"/>
            <a:ext cx="2286000" cy="94483"/>
            <a:chOff x="-2506971" y="1317144"/>
            <a:chExt cx="2313350" cy="94457"/>
          </a:xfrm>
        </p:grpSpPr>
        <p:pic>
          <p:nvPicPr>
            <p:cNvPr id="4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364127D-29F6-485B-9B7A-3C90A8B229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BA9405D-97D7-4F93-A2B5-86BF2ADE8E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71EFB25-39F5-4354-A1C5-18545C88A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A570B2-8B78-401A-9972-BF1A05335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3F7E7E6-19E3-4757-BF11-0572C506023B}"/>
              </a:ext>
            </a:extLst>
          </p:cNvPr>
          <p:cNvGrpSpPr/>
          <p:nvPr/>
        </p:nvGrpSpPr>
        <p:grpSpPr>
          <a:xfrm>
            <a:off x="2743200" y="7429024"/>
            <a:ext cx="2286000" cy="2400776"/>
            <a:chOff x="-2113030" y="957263"/>
            <a:chExt cx="2270572" cy="2400776"/>
          </a:xfrm>
        </p:grpSpPr>
        <p:pic>
          <p:nvPicPr>
            <p:cNvPr id="4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9A1F5F-11E8-4F06-B913-CB5542E3DB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6E0284D-CDD5-4C69-9398-1EA357EB0C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8BDFABD-5A45-4013-9299-A413396F2F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869897-012B-4DEE-9BF8-E52D18BBC9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B227E7-0440-47D6-BCA1-E6233E4960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5B62DAA-A151-438E-BE15-F850C070D6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4E12710-B2C8-444B-BD01-CFC2B64EA5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E03D2C7-46C5-4899-90E6-F4B455B371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BD67F23-3DB3-429E-ACD4-2B29C760AC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BA46483-DD48-4A35-8049-0DBFFD4BEF20}"/>
              </a:ext>
            </a:extLst>
          </p:cNvPr>
          <p:cNvGrpSpPr/>
          <p:nvPr/>
        </p:nvGrpSpPr>
        <p:grpSpPr>
          <a:xfrm>
            <a:off x="2934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D15660F8-88B8-4081-A657-AB418791EB0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E3EAFB37-531C-4B9F-B872-DE92DC17B22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7CF06046-9A9D-44DC-8256-3B848E84BD8D}"/>
              </a:ext>
            </a:extLst>
          </p:cNvPr>
          <p:cNvSpPr txBox="1"/>
          <p:nvPr/>
        </p:nvSpPr>
        <p:spPr>
          <a:xfrm>
            <a:off x="2744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EC2432AE-7CC8-4772-BD55-F9AF4EEFD5FE}"/>
              </a:ext>
            </a:extLst>
          </p:cNvPr>
          <p:cNvSpPr txBox="1"/>
          <p:nvPr/>
        </p:nvSpPr>
        <p:spPr>
          <a:xfrm>
            <a:off x="2927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3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5AF847E-A21C-4568-A6FE-E3A48AE8BCBF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1" name="TextBox 430">
            <a:extLst>
              <a:ext uri="{FF2B5EF4-FFF2-40B4-BE49-F238E27FC236}">
                <a16:creationId xmlns:a16="http://schemas.microsoft.com/office/drawing/2014/main" id="{12FF52D5-88BB-4020-8766-1A1B949613E3}"/>
              </a:ext>
            </a:extLst>
          </p:cNvPr>
          <p:cNvSpPr txBox="1"/>
          <p:nvPr/>
        </p:nvSpPr>
        <p:spPr>
          <a:xfrm>
            <a:off x="4204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0C3AC628-F053-4F77-AB1E-50B57F36121B}"/>
              </a:ext>
            </a:extLst>
          </p:cNvPr>
          <p:cNvGrpSpPr/>
          <p:nvPr/>
        </p:nvGrpSpPr>
        <p:grpSpPr>
          <a:xfrm>
            <a:off x="2915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D1D95407-C15F-493F-B2BC-AF4D34F76210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1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3CED5E44-B556-4C70-AF38-772AD8C07B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13700169-9430-4325-A537-FD6C5E2B30FB}"/>
              </a:ext>
            </a:extLst>
          </p:cNvPr>
          <p:cNvGrpSpPr/>
          <p:nvPr/>
        </p:nvGrpSpPr>
        <p:grpSpPr>
          <a:xfrm>
            <a:off x="2743200" y="8325296"/>
            <a:ext cx="2286000" cy="92100"/>
            <a:chOff x="-2506971" y="1310005"/>
            <a:chExt cx="2313350" cy="92075"/>
          </a:xfrm>
        </p:grpSpPr>
        <p:pic>
          <p:nvPicPr>
            <p:cNvPr id="4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CD32E3-4355-49EA-AFAD-AD79ED73E9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13B9FA-2549-44A2-A2BA-62D4684719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33B99A76-E931-461E-A3B1-B1F5C5CAA718}"/>
              </a:ext>
            </a:extLst>
          </p:cNvPr>
          <p:cNvGrpSpPr/>
          <p:nvPr/>
        </p:nvGrpSpPr>
        <p:grpSpPr>
          <a:xfrm>
            <a:off x="2743200" y="7100547"/>
            <a:ext cx="2286000" cy="94483"/>
            <a:chOff x="-2506971" y="1317144"/>
            <a:chExt cx="2313350" cy="94457"/>
          </a:xfrm>
        </p:grpSpPr>
        <p:pic>
          <p:nvPicPr>
            <p:cNvPr id="4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244890-D482-4731-9275-2065BEA8DA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BE723A-D8EB-4410-8C2F-C7082D4A68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5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5EB5045-D174-4176-BD13-640A57C820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187E83F-C0A9-4B6C-948D-9005C4E7D6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7B7FD40-B732-4709-B44D-C0D69437950B}"/>
              </a:ext>
            </a:extLst>
          </p:cNvPr>
          <p:cNvGrpSpPr/>
          <p:nvPr/>
        </p:nvGrpSpPr>
        <p:grpSpPr>
          <a:xfrm>
            <a:off x="5029200" y="7429024"/>
            <a:ext cx="2286000" cy="2400776"/>
            <a:chOff x="-2113030" y="957263"/>
            <a:chExt cx="2270572" cy="2400776"/>
          </a:xfrm>
        </p:grpSpPr>
        <p:pic>
          <p:nvPicPr>
            <p:cNvPr id="4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9F0D940-A706-4534-A540-CF1D5E253F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A2C28E5-1729-49E0-85CA-68AB2057F4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9386F69-76C2-412F-92F1-464A87FB83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3735D3-B06E-44CB-A24D-3F850ABFB4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E3554C9-5296-46C1-9609-764CDB8C03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F81336-0B11-465B-9602-2DFB308A6C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08E691F-7F3B-4B79-9A97-3B19F61F2A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47989B-70FF-4B53-92D1-1710F4E583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EA4337-0048-4A20-B2B4-8FEF6572B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6CFBBB2-F32C-4A40-85A7-8DA2456A44AB}"/>
              </a:ext>
            </a:extLst>
          </p:cNvPr>
          <p:cNvGrpSpPr/>
          <p:nvPr/>
        </p:nvGrpSpPr>
        <p:grpSpPr>
          <a:xfrm>
            <a:off x="5220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F5816E41-158C-4706-9DF3-D19BEC8A968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28BAA0AB-D49E-42C4-BAB3-8F16D17E1E8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59" name="TextBox 458">
            <a:extLst>
              <a:ext uri="{FF2B5EF4-FFF2-40B4-BE49-F238E27FC236}">
                <a16:creationId xmlns:a16="http://schemas.microsoft.com/office/drawing/2014/main" id="{45653958-43D8-49D2-99A6-AA7A2B118CF6}"/>
              </a:ext>
            </a:extLst>
          </p:cNvPr>
          <p:cNvSpPr txBox="1"/>
          <p:nvPr/>
        </p:nvSpPr>
        <p:spPr>
          <a:xfrm>
            <a:off x="5030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91E381DA-9E8F-4100-9CB2-033001DCCC1A}"/>
              </a:ext>
            </a:extLst>
          </p:cNvPr>
          <p:cNvSpPr txBox="1"/>
          <p:nvPr/>
        </p:nvSpPr>
        <p:spPr>
          <a:xfrm>
            <a:off x="5213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6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D18D4E0-BFA1-4276-A317-F0EE537648D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2" name="TextBox 461">
            <a:extLst>
              <a:ext uri="{FF2B5EF4-FFF2-40B4-BE49-F238E27FC236}">
                <a16:creationId xmlns:a16="http://schemas.microsoft.com/office/drawing/2014/main" id="{B26E3D11-D24B-4C72-B008-715365363048}"/>
              </a:ext>
            </a:extLst>
          </p:cNvPr>
          <p:cNvSpPr txBox="1"/>
          <p:nvPr/>
        </p:nvSpPr>
        <p:spPr>
          <a:xfrm>
            <a:off x="6490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9C18C6C-8BC2-45DC-B377-60BB9389A55B}"/>
              </a:ext>
            </a:extLst>
          </p:cNvPr>
          <p:cNvGrpSpPr/>
          <p:nvPr/>
        </p:nvGrpSpPr>
        <p:grpSpPr>
          <a:xfrm>
            <a:off x="5201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A0B5B81-0B2E-4957-A3B5-7520FB092679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2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0B38FD93-4A0A-4F3B-B493-B4BD3CFD09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C0FEDEBA-C347-461A-BF50-5D423A4848D1}"/>
              </a:ext>
            </a:extLst>
          </p:cNvPr>
          <p:cNvGrpSpPr/>
          <p:nvPr/>
        </p:nvGrpSpPr>
        <p:grpSpPr>
          <a:xfrm>
            <a:off x="5029200" y="8325296"/>
            <a:ext cx="2286000" cy="92100"/>
            <a:chOff x="-2506971" y="1310005"/>
            <a:chExt cx="2313350" cy="92075"/>
          </a:xfrm>
        </p:grpSpPr>
        <p:pic>
          <p:nvPicPr>
            <p:cNvPr id="4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37B94BC-C9E1-4543-9FCA-D28FD4BB80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EDAB116-3950-4B69-BC0C-1FFEE784A8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EE7CA921-B723-4D78-A838-D8D0E41FA81B}"/>
              </a:ext>
            </a:extLst>
          </p:cNvPr>
          <p:cNvGrpSpPr/>
          <p:nvPr/>
        </p:nvGrpSpPr>
        <p:grpSpPr>
          <a:xfrm>
            <a:off x="5029200" y="7100547"/>
            <a:ext cx="2286000" cy="94483"/>
            <a:chOff x="-2506971" y="1317144"/>
            <a:chExt cx="2313350" cy="94457"/>
          </a:xfrm>
        </p:grpSpPr>
        <p:pic>
          <p:nvPicPr>
            <p:cNvPr id="4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9BE433-C162-4FA2-868E-B61AE8DC18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2F6B040-454C-4F89-8946-E32F64A4CC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6DB7A7-BAF4-4681-B64E-820DD5A20A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34290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74B69B7-5AD3-4B59-B517-103D9B98D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5313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5" name="Group 484">
            <a:extLst>
              <a:ext uri="{FF2B5EF4-FFF2-40B4-BE49-F238E27FC236}">
                <a16:creationId xmlns:a16="http://schemas.microsoft.com/office/drawing/2014/main" id="{D3E7A81E-22A2-4471-9164-C9527908EDC7}"/>
              </a:ext>
            </a:extLst>
          </p:cNvPr>
          <p:cNvGrpSpPr/>
          <p:nvPr/>
        </p:nvGrpSpPr>
        <p:grpSpPr>
          <a:xfrm>
            <a:off x="457200" y="4226584"/>
            <a:ext cx="2286000" cy="2400776"/>
            <a:chOff x="-2113030" y="957263"/>
            <a:chExt cx="2270572" cy="2400776"/>
          </a:xfrm>
        </p:grpSpPr>
        <p:pic>
          <p:nvPicPr>
            <p:cNvPr id="4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108341-7E4D-4DBF-AAD5-B4C25E70B9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39238A-4421-4622-8217-3CA69665E4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294B801-EC12-4DF1-9E28-51D2547441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8E5E6FB-6229-4CC8-A2FA-8E82DD10D1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EB20ADE-A00D-4318-B884-FB043FF5D3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C82998-6170-4DFB-ADAB-5BDA2C2324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A17DB8-1467-4CBE-8277-2939FDBF05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78C5D7C-FBED-46A6-8CD7-BCBF07BF88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0607590-8A2E-4EB0-86AB-6859B43AF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39597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5" name="Group 494">
            <a:extLst>
              <a:ext uri="{FF2B5EF4-FFF2-40B4-BE49-F238E27FC236}">
                <a16:creationId xmlns:a16="http://schemas.microsoft.com/office/drawing/2014/main" id="{AB6A2BB0-5B1E-4EF4-8064-6F671E15E4D7}"/>
              </a:ext>
            </a:extLst>
          </p:cNvPr>
          <p:cNvGrpSpPr/>
          <p:nvPr/>
        </p:nvGrpSpPr>
        <p:grpSpPr>
          <a:xfrm>
            <a:off x="648817" y="53006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67C73D6B-87C4-45FE-94CA-FBCB75D038F3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E15A645C-A593-4A29-A47B-1869F3977C06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Slip on that number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of Bananas.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99" name="TextBox 498">
            <a:extLst>
              <a:ext uri="{FF2B5EF4-FFF2-40B4-BE49-F238E27FC236}">
                <a16:creationId xmlns:a16="http://schemas.microsoft.com/office/drawing/2014/main" id="{5F3748EC-D99D-4B8D-AC23-B8C8765BA7F8}"/>
              </a:ext>
            </a:extLst>
          </p:cNvPr>
          <p:cNvSpPr txBox="1"/>
          <p:nvPr/>
        </p:nvSpPr>
        <p:spPr>
          <a:xfrm>
            <a:off x="458318" y="35548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B0CE708E-F718-4529-9B0D-B97A44A88ECE}"/>
              </a:ext>
            </a:extLst>
          </p:cNvPr>
          <p:cNvSpPr txBox="1"/>
          <p:nvPr/>
        </p:nvSpPr>
        <p:spPr>
          <a:xfrm>
            <a:off x="641351" y="627380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0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5A654F7-7D25-435D-B6C9-9EC7B82B86A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62756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" name="TextBox 501">
            <a:extLst>
              <a:ext uri="{FF2B5EF4-FFF2-40B4-BE49-F238E27FC236}">
                <a16:creationId xmlns:a16="http://schemas.microsoft.com/office/drawing/2014/main" id="{06D97CAD-54FD-41A9-90FC-279DE0C41A73}"/>
              </a:ext>
            </a:extLst>
          </p:cNvPr>
          <p:cNvSpPr txBox="1"/>
          <p:nvPr/>
        </p:nvSpPr>
        <p:spPr>
          <a:xfrm>
            <a:off x="1918738" y="62447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03" name="Picture 4" descr="Image result for gollum">
            <a:extLst>
              <a:ext uri="{FF2B5EF4-FFF2-40B4-BE49-F238E27FC236}">
                <a16:creationId xmlns:a16="http://schemas.microsoft.com/office/drawing/2014/main" id="{3AAC4B12-3571-4742-BE85-38D061B4E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38" y="395478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4" name="Group 503">
            <a:extLst>
              <a:ext uri="{FF2B5EF4-FFF2-40B4-BE49-F238E27FC236}">
                <a16:creationId xmlns:a16="http://schemas.microsoft.com/office/drawing/2014/main" id="{BDDE4F32-BE7C-4C8B-AE8D-D70D7F6ED477}"/>
              </a:ext>
            </a:extLst>
          </p:cNvPr>
          <p:cNvGrpSpPr/>
          <p:nvPr/>
        </p:nvGrpSpPr>
        <p:grpSpPr>
          <a:xfrm>
            <a:off x="457200" y="5122856"/>
            <a:ext cx="2286000" cy="92100"/>
            <a:chOff x="-2506971" y="1310005"/>
            <a:chExt cx="2313350" cy="92075"/>
          </a:xfrm>
        </p:grpSpPr>
        <p:pic>
          <p:nvPicPr>
            <p:cNvPr id="5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5570B7-31FF-4A65-9641-41E86ECF45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AE31010-F165-451C-BE9B-B2E0014B3F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0E16678C-8060-43A0-B951-A313E0F0492B}"/>
              </a:ext>
            </a:extLst>
          </p:cNvPr>
          <p:cNvGrpSpPr/>
          <p:nvPr/>
        </p:nvGrpSpPr>
        <p:grpSpPr>
          <a:xfrm>
            <a:off x="457200" y="3898107"/>
            <a:ext cx="2286000" cy="94483"/>
            <a:chOff x="-2506971" y="1317144"/>
            <a:chExt cx="2313350" cy="94457"/>
          </a:xfrm>
        </p:grpSpPr>
        <p:pic>
          <p:nvPicPr>
            <p:cNvPr id="5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24482E-3765-4A83-B243-B3A4B61995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A2C1BB-5B1E-481F-B36D-A3A81EBDB1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C9B1B9C-2377-4E0C-A68B-42B736DBD5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35359BF-FDF8-4A9A-B2DE-D2FF03CF6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" name="Group 513">
            <a:extLst>
              <a:ext uri="{FF2B5EF4-FFF2-40B4-BE49-F238E27FC236}">
                <a16:creationId xmlns:a16="http://schemas.microsoft.com/office/drawing/2014/main" id="{98437E56-EE9C-4140-BA69-0ABE509334CD}"/>
              </a:ext>
            </a:extLst>
          </p:cNvPr>
          <p:cNvGrpSpPr/>
          <p:nvPr/>
        </p:nvGrpSpPr>
        <p:grpSpPr>
          <a:xfrm>
            <a:off x="2743200" y="4228624"/>
            <a:ext cx="2286000" cy="2400776"/>
            <a:chOff x="-2113030" y="957263"/>
            <a:chExt cx="2270572" cy="2400776"/>
          </a:xfrm>
        </p:grpSpPr>
        <p:pic>
          <p:nvPicPr>
            <p:cNvPr id="5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FB0125-CDDA-439F-9CBA-5F0D3E61FC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4F9186-A83E-43CA-93A5-2AE10E49E3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CB4E9D-D2DA-4140-B1C9-D05D1AEF5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E661DC6-C4F3-4133-9F81-BB164A3285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9F932F-761F-4FCD-B5F5-A8184C4B95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1F858B5-2338-49C6-940F-6B9DB754E4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670329D-FD12-4EC4-A33C-CBADF4178D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153938A-A61E-41C1-BBEB-AD4587B373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61D6D24-8EEB-4CAD-B40E-21FDACD96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B5DA6-0CD7-4379-8612-EE6A61571A24}"/>
              </a:ext>
            </a:extLst>
          </p:cNvPr>
          <p:cNvGrpSpPr/>
          <p:nvPr/>
        </p:nvGrpSpPr>
        <p:grpSpPr>
          <a:xfrm>
            <a:off x="2934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6D138FF8-6E2B-4D07-87E4-59055E70FE5F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6AFE0EE7-45B5-44D3-A5E9-E4384AD1A204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Slip on that number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of Bananas.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18" name="TextBox 517">
            <a:extLst>
              <a:ext uri="{FF2B5EF4-FFF2-40B4-BE49-F238E27FC236}">
                <a16:creationId xmlns:a16="http://schemas.microsoft.com/office/drawing/2014/main" id="{4511DCA4-E61B-43D6-80C0-96F8063E98E4}"/>
              </a:ext>
            </a:extLst>
          </p:cNvPr>
          <p:cNvSpPr txBox="1"/>
          <p:nvPr/>
        </p:nvSpPr>
        <p:spPr>
          <a:xfrm>
            <a:off x="2744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36FCD3EE-0BB3-4773-90DD-6C0316877FF7}"/>
              </a:ext>
            </a:extLst>
          </p:cNvPr>
          <p:cNvSpPr txBox="1"/>
          <p:nvPr/>
        </p:nvSpPr>
        <p:spPr>
          <a:xfrm>
            <a:off x="2927351" y="627584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2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877D8EF-1423-4851-9C09-34A4BCA50209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1" name="TextBox 520">
            <a:extLst>
              <a:ext uri="{FF2B5EF4-FFF2-40B4-BE49-F238E27FC236}">
                <a16:creationId xmlns:a16="http://schemas.microsoft.com/office/drawing/2014/main" id="{0EEE9EA7-D2C9-49AD-8F65-4D1FA640FB32}"/>
              </a:ext>
            </a:extLst>
          </p:cNvPr>
          <p:cNvSpPr txBox="1"/>
          <p:nvPr/>
        </p:nvSpPr>
        <p:spPr>
          <a:xfrm>
            <a:off x="4204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22" name="Picture 4" descr="Image result for gollum">
            <a:extLst>
              <a:ext uri="{FF2B5EF4-FFF2-40B4-BE49-F238E27FC236}">
                <a16:creationId xmlns:a16="http://schemas.microsoft.com/office/drawing/2014/main" id="{57DBA1C2-1231-4E5B-BE31-1F6293685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238" y="395682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C7B0EC7-86D4-48D0-B06D-57C173869F87}"/>
              </a:ext>
            </a:extLst>
          </p:cNvPr>
          <p:cNvGrpSpPr/>
          <p:nvPr/>
        </p:nvGrpSpPr>
        <p:grpSpPr>
          <a:xfrm>
            <a:off x="2743200" y="5124896"/>
            <a:ext cx="2286000" cy="92100"/>
            <a:chOff x="-2506971" y="1310005"/>
            <a:chExt cx="2313350" cy="92075"/>
          </a:xfrm>
        </p:grpSpPr>
        <p:pic>
          <p:nvPicPr>
            <p:cNvPr id="5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D33BDD1-2C23-4280-A0FD-89F9016FF0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F9AA4A1-8337-4403-A3A6-47150751E4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7AB0C12F-4931-4B5B-897F-B200EA16BFB0}"/>
              </a:ext>
            </a:extLst>
          </p:cNvPr>
          <p:cNvGrpSpPr/>
          <p:nvPr/>
        </p:nvGrpSpPr>
        <p:grpSpPr>
          <a:xfrm>
            <a:off x="2743200" y="3900147"/>
            <a:ext cx="2286000" cy="94483"/>
            <a:chOff x="-2506971" y="1317144"/>
            <a:chExt cx="2313350" cy="94457"/>
          </a:xfrm>
        </p:grpSpPr>
        <p:pic>
          <p:nvPicPr>
            <p:cNvPr id="5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0082ECE-0B2B-4D69-ABF7-D9C0E80CF1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F4EB38-8F5A-417E-91B7-068BDA2FEA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7C6E769-3EF2-48D7-9946-A3411F67B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BC8BB8-8F9A-47D4-8D07-C6906960A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3" name="Group 542">
            <a:extLst>
              <a:ext uri="{FF2B5EF4-FFF2-40B4-BE49-F238E27FC236}">
                <a16:creationId xmlns:a16="http://schemas.microsoft.com/office/drawing/2014/main" id="{C6F60AF3-B385-483D-BBEE-88CFEE3C91BE}"/>
              </a:ext>
            </a:extLst>
          </p:cNvPr>
          <p:cNvGrpSpPr/>
          <p:nvPr/>
        </p:nvGrpSpPr>
        <p:grpSpPr>
          <a:xfrm>
            <a:off x="5029200" y="4228624"/>
            <a:ext cx="2286000" cy="2400776"/>
            <a:chOff x="-2113030" y="957263"/>
            <a:chExt cx="2270572" cy="2400776"/>
          </a:xfrm>
        </p:grpSpPr>
        <p:pic>
          <p:nvPicPr>
            <p:cNvPr id="5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95EA8E7-2FE2-413C-818B-076BE4E04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B9BEA91-36D2-40BA-9A2C-0A3BBF4439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A3516C2-7DDA-4C38-B2F8-5792ECBE3F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D282CE9-1F67-452F-9D10-C00DD4A800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C6E08EA-6A48-4DC2-9FEB-C1259DA9A2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3E3122-8249-476F-843C-690CCFACBE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A9DD490-22C2-4648-9331-0368150319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FB6F854-B298-4A3C-9DB9-FD6C3B3F98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EC754B9-54BF-42A7-8246-919EA2946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5" name="Group 544">
            <a:extLst>
              <a:ext uri="{FF2B5EF4-FFF2-40B4-BE49-F238E27FC236}">
                <a16:creationId xmlns:a16="http://schemas.microsoft.com/office/drawing/2014/main" id="{8EFF1501-B906-4577-885C-97906ABB2745}"/>
              </a:ext>
            </a:extLst>
          </p:cNvPr>
          <p:cNvGrpSpPr/>
          <p:nvPr/>
        </p:nvGrpSpPr>
        <p:grpSpPr>
          <a:xfrm>
            <a:off x="5220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6CA1157E-7139-43F8-AEDD-89AE39ED876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F4F2437D-C0C8-4EAE-AF53-FE7F0D7FEAF6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Slip on that number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of Bananas.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47" name="TextBox 546">
            <a:extLst>
              <a:ext uri="{FF2B5EF4-FFF2-40B4-BE49-F238E27FC236}">
                <a16:creationId xmlns:a16="http://schemas.microsoft.com/office/drawing/2014/main" id="{4EBF602D-0F9A-4A7E-AB37-1577D77408E8}"/>
              </a:ext>
            </a:extLst>
          </p:cNvPr>
          <p:cNvSpPr txBox="1"/>
          <p:nvPr/>
        </p:nvSpPr>
        <p:spPr>
          <a:xfrm>
            <a:off x="5030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AE3C59D-E7E9-4954-96AB-9F702864455D}"/>
              </a:ext>
            </a:extLst>
          </p:cNvPr>
          <p:cNvSpPr txBox="1"/>
          <p:nvPr/>
        </p:nvSpPr>
        <p:spPr>
          <a:xfrm>
            <a:off x="5213351" y="627584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4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E4919B3-3F93-4DEC-8F41-6C035C12046D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0" name="TextBox 549">
            <a:extLst>
              <a:ext uri="{FF2B5EF4-FFF2-40B4-BE49-F238E27FC236}">
                <a16:creationId xmlns:a16="http://schemas.microsoft.com/office/drawing/2014/main" id="{DA48DA28-C202-4366-B05C-FC90129C0F81}"/>
              </a:ext>
            </a:extLst>
          </p:cNvPr>
          <p:cNvSpPr txBox="1"/>
          <p:nvPr/>
        </p:nvSpPr>
        <p:spPr>
          <a:xfrm>
            <a:off x="6490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51" name="Picture 4" descr="Image result for gollum">
            <a:extLst>
              <a:ext uri="{FF2B5EF4-FFF2-40B4-BE49-F238E27FC236}">
                <a16:creationId xmlns:a16="http://schemas.microsoft.com/office/drawing/2014/main" id="{CBFF6F32-73A4-4542-8A86-6576E3069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38" y="395682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2" name="Group 551">
            <a:extLst>
              <a:ext uri="{FF2B5EF4-FFF2-40B4-BE49-F238E27FC236}">
                <a16:creationId xmlns:a16="http://schemas.microsoft.com/office/drawing/2014/main" id="{3DAE034B-826B-4672-894F-C19B1FE289A0}"/>
              </a:ext>
            </a:extLst>
          </p:cNvPr>
          <p:cNvGrpSpPr/>
          <p:nvPr/>
        </p:nvGrpSpPr>
        <p:grpSpPr>
          <a:xfrm>
            <a:off x="5029200" y="5124896"/>
            <a:ext cx="2286000" cy="92100"/>
            <a:chOff x="-2506971" y="1310005"/>
            <a:chExt cx="2313350" cy="92075"/>
          </a:xfrm>
        </p:grpSpPr>
        <p:pic>
          <p:nvPicPr>
            <p:cNvPr id="5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DE2875-8C1B-4A18-8081-E6CEA3397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1F3B2DC-8B64-47E0-AF0D-73B7F3FB8C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30ECB74F-59D0-4B8B-90D9-B13893661FDA}"/>
              </a:ext>
            </a:extLst>
          </p:cNvPr>
          <p:cNvGrpSpPr/>
          <p:nvPr/>
        </p:nvGrpSpPr>
        <p:grpSpPr>
          <a:xfrm>
            <a:off x="5029200" y="3900147"/>
            <a:ext cx="2286000" cy="94483"/>
            <a:chOff x="-2506971" y="1317144"/>
            <a:chExt cx="2313350" cy="94457"/>
          </a:xfrm>
        </p:grpSpPr>
        <p:pic>
          <p:nvPicPr>
            <p:cNvPr id="5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F2E722-A56B-41F3-8625-36C3DAB98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43F20D-3736-403F-9207-88EDE7316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286AD82-2CB6-4071-8DCD-653BF506F1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B9B2217-EC17-408B-9F00-DC92B0DDF0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3" name="Group 572">
            <a:extLst>
              <a:ext uri="{FF2B5EF4-FFF2-40B4-BE49-F238E27FC236}">
                <a16:creationId xmlns:a16="http://schemas.microsoft.com/office/drawing/2014/main" id="{FC8333C4-7874-4031-B826-56FA8B57614E}"/>
              </a:ext>
            </a:extLst>
          </p:cNvPr>
          <p:cNvGrpSpPr/>
          <p:nvPr/>
        </p:nvGrpSpPr>
        <p:grpSpPr>
          <a:xfrm>
            <a:off x="456082" y="1028224"/>
            <a:ext cx="2286000" cy="2400776"/>
            <a:chOff x="-2113030" y="957263"/>
            <a:chExt cx="2270572" cy="2400776"/>
          </a:xfrm>
        </p:grpSpPr>
        <p:pic>
          <p:nvPicPr>
            <p:cNvPr id="5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9637FD-5B31-4C89-9790-F592F7E48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2823D2-E786-498B-B681-CC19BCB883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EADD667-D578-419B-9B65-0382116A39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F213F69-1D6A-43C3-800F-3DA54260D1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D6F2C4F-FB5F-4A8F-B7BB-0F00B33F07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0CA6900-78BB-4C65-99A7-A9EABD3B51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BC57746-5E31-4007-AD71-39C7E80226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9D10240-6D71-4B9F-909D-BCCDC58BDB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2A79D3-2A73-49B0-AAE8-7D988AF6D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3" name="Group 582">
            <a:extLst>
              <a:ext uri="{FF2B5EF4-FFF2-40B4-BE49-F238E27FC236}">
                <a16:creationId xmlns:a16="http://schemas.microsoft.com/office/drawing/2014/main" id="{9730A775-BBE7-43A1-9204-6F07860E28EC}"/>
              </a:ext>
            </a:extLst>
          </p:cNvPr>
          <p:cNvGrpSpPr/>
          <p:nvPr/>
        </p:nvGrpSpPr>
        <p:grpSpPr>
          <a:xfrm>
            <a:off x="647699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230682DA-5102-4235-B4EA-4C651BADE6F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4C83AC66-061F-42F6-9855-C72685A05667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that number of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87" name="TextBox 586">
            <a:extLst>
              <a:ext uri="{FF2B5EF4-FFF2-40B4-BE49-F238E27FC236}">
                <a16:creationId xmlns:a16="http://schemas.microsoft.com/office/drawing/2014/main" id="{ACC24D4C-B4C0-47BA-BA8C-004018DD4DCC}"/>
              </a:ext>
            </a:extLst>
          </p:cNvPr>
          <p:cNvSpPr txBox="1"/>
          <p:nvPr/>
        </p:nvSpPr>
        <p:spPr>
          <a:xfrm>
            <a:off x="456082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83DA1360-11AE-44D2-B7C3-8BC956381D6A}"/>
              </a:ext>
            </a:extLst>
          </p:cNvPr>
          <p:cNvSpPr txBox="1"/>
          <p:nvPr/>
        </p:nvSpPr>
        <p:spPr>
          <a:xfrm>
            <a:off x="640233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58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D054B5B-F922-46CC-AA7D-B8B6D382942D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0" name="TextBox 589">
            <a:extLst>
              <a:ext uri="{FF2B5EF4-FFF2-40B4-BE49-F238E27FC236}">
                <a16:creationId xmlns:a16="http://schemas.microsoft.com/office/drawing/2014/main" id="{C151CB8C-80D9-4D97-B93E-69E2655E9F7D}"/>
              </a:ext>
            </a:extLst>
          </p:cNvPr>
          <p:cNvSpPr txBox="1"/>
          <p:nvPr/>
        </p:nvSpPr>
        <p:spPr>
          <a:xfrm>
            <a:off x="1917620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91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501C2604-76BC-4053-A4A6-CCEF51E1D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635912" y="7366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2" name="Group 591">
            <a:extLst>
              <a:ext uri="{FF2B5EF4-FFF2-40B4-BE49-F238E27FC236}">
                <a16:creationId xmlns:a16="http://schemas.microsoft.com/office/drawing/2014/main" id="{05E1E6F9-146E-45A6-A8B8-2C8449E9194D}"/>
              </a:ext>
            </a:extLst>
          </p:cNvPr>
          <p:cNvGrpSpPr/>
          <p:nvPr/>
        </p:nvGrpSpPr>
        <p:grpSpPr>
          <a:xfrm>
            <a:off x="456082" y="1924496"/>
            <a:ext cx="2286000" cy="92100"/>
            <a:chOff x="-2506971" y="1310005"/>
            <a:chExt cx="2313350" cy="92075"/>
          </a:xfrm>
        </p:grpSpPr>
        <p:pic>
          <p:nvPicPr>
            <p:cNvPr id="5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F6CDE1-FC4E-408C-B99A-ABD9469CA7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29B31AB-A472-4D3A-8995-928E9DEA80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2CA94691-BD03-4F42-BB44-2A037556F908}"/>
              </a:ext>
            </a:extLst>
          </p:cNvPr>
          <p:cNvGrpSpPr/>
          <p:nvPr/>
        </p:nvGrpSpPr>
        <p:grpSpPr>
          <a:xfrm>
            <a:off x="456082" y="699747"/>
            <a:ext cx="2286000" cy="94483"/>
            <a:chOff x="-2506971" y="1317144"/>
            <a:chExt cx="2313350" cy="94457"/>
          </a:xfrm>
        </p:grpSpPr>
        <p:pic>
          <p:nvPicPr>
            <p:cNvPr id="5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3A6F8A-9BFD-45B9-82BF-E09688A0EB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0447DDA-BC15-4FC2-9B1E-46E5EAB914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BA23A58-BB19-459E-A964-52B5E5751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2E110FD-7B4F-423E-B795-B686211A00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2" name="Group 601">
            <a:extLst>
              <a:ext uri="{FF2B5EF4-FFF2-40B4-BE49-F238E27FC236}">
                <a16:creationId xmlns:a16="http://schemas.microsoft.com/office/drawing/2014/main" id="{681CAC5E-499D-4747-8CF7-4E236462DBCA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6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B76E73-3E06-4C73-BAB4-6A36F3A245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F42967-295A-4F74-9F39-8ED7857E47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BB21D3F-50FC-46E7-A9A1-624761EEE3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1FFF857-F8E5-41CA-880B-79E1CB9472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9FA8596-1BD2-4895-9BBC-305D4FF24C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FDCDD89-E188-45F0-8DA6-64FD52495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4DD815-F68D-47FB-A610-0A6524F6B2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DC1404-80DA-44D1-87D5-C4EF0EA9D6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B5EBC1D-9A59-4A81-A65F-C849A9C6D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4" name="Group 603">
            <a:extLst>
              <a:ext uri="{FF2B5EF4-FFF2-40B4-BE49-F238E27FC236}">
                <a16:creationId xmlns:a16="http://schemas.microsoft.com/office/drawing/2014/main" id="{AE40C24B-0D4A-42A9-B752-126B17DADABD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E67BFF5F-A43C-46EC-B892-8AFFB8484F53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A07D6034-1F88-46F2-82C4-CECCB0B2F2AF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that number of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06" name="TextBox 605">
            <a:extLst>
              <a:ext uri="{FF2B5EF4-FFF2-40B4-BE49-F238E27FC236}">
                <a16:creationId xmlns:a16="http://schemas.microsoft.com/office/drawing/2014/main" id="{EFA403A0-B076-4F3C-AA7D-6F2D0754396C}"/>
              </a:ext>
            </a:extLst>
          </p:cNvPr>
          <p:cNvSpPr txBox="1"/>
          <p:nvPr/>
        </p:nvSpPr>
        <p:spPr>
          <a:xfrm>
            <a:off x="2743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4906E28-AC07-417B-B37B-A924BAA4B642}"/>
              </a:ext>
            </a:extLst>
          </p:cNvPr>
          <p:cNvSpPr txBox="1"/>
          <p:nvPr/>
        </p:nvSpPr>
        <p:spPr>
          <a:xfrm>
            <a:off x="2927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6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3B3C8B09-3AB2-490E-B05B-6993BFA9FB7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9" name="TextBox 608">
            <a:extLst>
              <a:ext uri="{FF2B5EF4-FFF2-40B4-BE49-F238E27FC236}">
                <a16:creationId xmlns:a16="http://schemas.microsoft.com/office/drawing/2014/main" id="{A9F08EDE-D8BA-4D32-8409-6C580EC0CA07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10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27CCB351-6682-43A3-8778-FDC582525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2923030" y="7366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1" name="Group 610">
            <a:extLst>
              <a:ext uri="{FF2B5EF4-FFF2-40B4-BE49-F238E27FC236}">
                <a16:creationId xmlns:a16="http://schemas.microsoft.com/office/drawing/2014/main" id="{708C6E5F-D6ED-4152-8694-A89292B89893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6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242333-F345-42C6-8848-9C38B0FA06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8B4E77-C674-4BD2-937F-214B33E91C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B6F6D03A-5D6E-4CF3-8A69-2EA0E0F189F2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6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A34EB17-8AB2-4EAA-85D0-4BD0760DC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2771D7D-AD74-4093-A6DC-B8AA2BF9E5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8" name="Group 1357">
            <a:extLst>
              <a:ext uri="{FF2B5EF4-FFF2-40B4-BE49-F238E27FC236}">
                <a16:creationId xmlns:a16="http://schemas.microsoft.com/office/drawing/2014/main" id="{2F0DD1F1-1076-452B-AF8E-C69B0B215B0C}"/>
              </a:ext>
            </a:extLst>
          </p:cNvPr>
          <p:cNvGrpSpPr/>
          <p:nvPr/>
        </p:nvGrpSpPr>
        <p:grpSpPr>
          <a:xfrm>
            <a:off x="457200" y="228600"/>
            <a:ext cx="6852119" cy="3200400"/>
            <a:chOff x="463081" y="228600"/>
            <a:chExt cx="6852119" cy="3200400"/>
          </a:xfrm>
        </p:grpSpPr>
        <p:sp>
          <p:nvSpPr>
            <p:cNvPr id="1367" name="Rectangle 1366"/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8" name="Rectangle 1367"/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8" name="Rectangle 1377"/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9" name="Group 1358">
            <a:extLst>
              <a:ext uri="{FF2B5EF4-FFF2-40B4-BE49-F238E27FC236}">
                <a16:creationId xmlns:a16="http://schemas.microsoft.com/office/drawing/2014/main" id="{D0BB94C6-BA50-4E33-8726-936320305539}"/>
              </a:ext>
            </a:extLst>
          </p:cNvPr>
          <p:cNvGrpSpPr/>
          <p:nvPr/>
        </p:nvGrpSpPr>
        <p:grpSpPr>
          <a:xfrm>
            <a:off x="457200" y="3429000"/>
            <a:ext cx="6852119" cy="3200400"/>
            <a:chOff x="463081" y="228600"/>
            <a:chExt cx="6852119" cy="3200400"/>
          </a:xfrm>
        </p:grpSpPr>
        <p:sp>
          <p:nvSpPr>
            <p:cNvPr id="1364" name="Rectangle 1363">
              <a:extLst>
                <a:ext uri="{FF2B5EF4-FFF2-40B4-BE49-F238E27FC236}">
                  <a16:creationId xmlns:a16="http://schemas.microsoft.com/office/drawing/2014/main" id="{3B0C87D2-1CD9-469E-8F17-DFDB3D08AB4B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5" name="Rectangle 1364">
              <a:extLst>
                <a:ext uri="{FF2B5EF4-FFF2-40B4-BE49-F238E27FC236}">
                  <a16:creationId xmlns:a16="http://schemas.microsoft.com/office/drawing/2014/main" id="{03EFF6EF-99F6-4190-91A9-57EE2863174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6" name="Rectangle 1365">
              <a:extLst>
                <a:ext uri="{FF2B5EF4-FFF2-40B4-BE49-F238E27FC236}">
                  <a16:creationId xmlns:a16="http://schemas.microsoft.com/office/drawing/2014/main" id="{64FAE999-C4CC-47BF-8B72-1B6689252A81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0" name="Group 1359">
            <a:extLst>
              <a:ext uri="{FF2B5EF4-FFF2-40B4-BE49-F238E27FC236}">
                <a16:creationId xmlns:a16="http://schemas.microsoft.com/office/drawing/2014/main" id="{261ECC24-5033-434B-B692-8C42429668C5}"/>
              </a:ext>
            </a:extLst>
          </p:cNvPr>
          <p:cNvGrpSpPr/>
          <p:nvPr/>
        </p:nvGrpSpPr>
        <p:grpSpPr>
          <a:xfrm>
            <a:off x="457200" y="6629400"/>
            <a:ext cx="6852119" cy="3200400"/>
            <a:chOff x="463081" y="228600"/>
            <a:chExt cx="6852119" cy="3200400"/>
          </a:xfrm>
        </p:grpSpPr>
        <p:sp>
          <p:nvSpPr>
            <p:cNvPr id="1361" name="Rectangle 1360">
              <a:extLst>
                <a:ext uri="{FF2B5EF4-FFF2-40B4-BE49-F238E27FC236}">
                  <a16:creationId xmlns:a16="http://schemas.microsoft.com/office/drawing/2014/main" id="{530EF238-2064-4484-A0CF-5A1D92E79B7D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2" name="Rectangle 1361">
              <a:extLst>
                <a:ext uri="{FF2B5EF4-FFF2-40B4-BE49-F238E27FC236}">
                  <a16:creationId xmlns:a16="http://schemas.microsoft.com/office/drawing/2014/main" id="{AACD1103-0422-4EA4-903B-E7807850982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3" name="Rectangle 1362">
              <a:extLst>
                <a:ext uri="{FF2B5EF4-FFF2-40B4-BE49-F238E27FC236}">
                  <a16:creationId xmlns:a16="http://schemas.microsoft.com/office/drawing/2014/main" id="{85743667-B2C0-43F5-A808-3689CEF4CB49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125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771DC57-31A1-4175-90EB-DDBD5D478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8795" y="66294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0A5F85-FAA4-43B6-A06A-5224170A4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8795" y="67317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31D20FA-C9D6-46A6-B4CE-4342F83E7E1D}"/>
              </a:ext>
            </a:extLst>
          </p:cNvPr>
          <p:cNvGrpSpPr/>
          <p:nvPr/>
        </p:nvGrpSpPr>
        <p:grpSpPr>
          <a:xfrm>
            <a:off x="458795" y="7426984"/>
            <a:ext cx="2286000" cy="2400776"/>
            <a:chOff x="-2113030" y="957263"/>
            <a:chExt cx="2270572" cy="2400776"/>
          </a:xfrm>
        </p:grpSpPr>
        <p:pic>
          <p:nvPicPr>
            <p:cNvPr id="2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4E3BE6-ADA6-4089-825C-D32D31424A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AAB730-7174-4DD2-9CE4-9CAC282608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32C1F2-A6E7-4812-AE15-E2546A41FE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6C9F9EF-26CA-4DA1-8284-759C1F61AE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822E32C-FC3B-4BC0-BC83-92CCF31F22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91CACAE-F93D-40C5-8534-E2366D5669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BEF6DD1-ECAB-4157-BBA3-E76BE7AC4E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135465E-34A7-4476-A9F5-A55A5EF929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1350096-1E5D-42F0-ADB9-0A8999768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3558" y="71601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3623164-00B6-4467-ABBE-E51801EC7114}"/>
              </a:ext>
            </a:extLst>
          </p:cNvPr>
          <p:cNvGrpSpPr/>
          <p:nvPr/>
        </p:nvGrpSpPr>
        <p:grpSpPr>
          <a:xfrm>
            <a:off x="650412" y="85010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726C8F6B-6DA5-43A2-8CAE-CD3F3312DAB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EE9F7E00-3BD7-4E1C-B3EE-23D5D5651B1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83" name="TextBox 382">
            <a:extLst>
              <a:ext uri="{FF2B5EF4-FFF2-40B4-BE49-F238E27FC236}">
                <a16:creationId xmlns:a16="http://schemas.microsoft.com/office/drawing/2014/main" id="{84D61A3C-63A0-4834-8687-9BB9C92BCB21}"/>
              </a:ext>
            </a:extLst>
          </p:cNvPr>
          <p:cNvSpPr txBox="1"/>
          <p:nvPr/>
        </p:nvSpPr>
        <p:spPr>
          <a:xfrm>
            <a:off x="458795" y="676004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30E62225-AA1A-4A0C-BB4C-6BE5A0E2E3F6}"/>
              </a:ext>
            </a:extLst>
          </p:cNvPr>
          <p:cNvSpPr txBox="1"/>
          <p:nvPr/>
        </p:nvSpPr>
        <p:spPr>
          <a:xfrm>
            <a:off x="642946" y="94742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learned this from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Fast and the Furious.</a:t>
            </a:r>
          </a:p>
        </p:txBody>
      </p:sp>
      <p:pic>
        <p:nvPicPr>
          <p:cNvPr id="38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0808E81-5AF4-458D-84F8-2398C481F308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031" y="94760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6" name="TextBox 385">
            <a:extLst>
              <a:ext uri="{FF2B5EF4-FFF2-40B4-BE49-F238E27FC236}">
                <a16:creationId xmlns:a16="http://schemas.microsoft.com/office/drawing/2014/main" id="{D91D0E53-0F88-4FC4-8F61-A5A986A1CE78}"/>
              </a:ext>
            </a:extLst>
          </p:cNvPr>
          <p:cNvSpPr txBox="1"/>
          <p:nvPr/>
        </p:nvSpPr>
        <p:spPr>
          <a:xfrm>
            <a:off x="1920333" y="94451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8F121A70-BC93-4DAE-9896-840DF9EBC0C4}"/>
              </a:ext>
            </a:extLst>
          </p:cNvPr>
          <p:cNvGrpSpPr/>
          <p:nvPr/>
        </p:nvGrpSpPr>
        <p:grpSpPr>
          <a:xfrm>
            <a:off x="458795" y="8323256"/>
            <a:ext cx="2286000" cy="92100"/>
            <a:chOff x="-2506971" y="1310005"/>
            <a:chExt cx="2313350" cy="92075"/>
          </a:xfrm>
        </p:grpSpPr>
        <p:pic>
          <p:nvPicPr>
            <p:cNvPr id="3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44FD360-B62C-4771-9FCA-FE2365A4E6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16CEF8-C0CF-47BB-9EBD-FEAC34C5CB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4BEAA1-8379-4306-8203-9C3E3322EEDF}"/>
              </a:ext>
            </a:extLst>
          </p:cNvPr>
          <p:cNvGrpSpPr/>
          <p:nvPr/>
        </p:nvGrpSpPr>
        <p:grpSpPr>
          <a:xfrm>
            <a:off x="458795" y="7098507"/>
            <a:ext cx="2286000" cy="94483"/>
            <a:chOff x="-2506971" y="1317144"/>
            <a:chExt cx="2313350" cy="94457"/>
          </a:xfrm>
        </p:grpSpPr>
        <p:pic>
          <p:nvPicPr>
            <p:cNvPr id="3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56AE37-C80D-4BDD-BA9D-553A56ABE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2B04F27-408B-4A8D-91D8-BEB9E4D92F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E3BAB1-97B7-4CBB-BB8A-E8450D854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30795" y="66294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82D6B0-35D7-4172-A632-A2CC7741D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30795" y="67317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5" name="Group 394">
            <a:extLst>
              <a:ext uri="{FF2B5EF4-FFF2-40B4-BE49-F238E27FC236}">
                <a16:creationId xmlns:a16="http://schemas.microsoft.com/office/drawing/2014/main" id="{6F551B86-E337-414F-9E41-8C0C7CF96240}"/>
              </a:ext>
            </a:extLst>
          </p:cNvPr>
          <p:cNvGrpSpPr/>
          <p:nvPr/>
        </p:nvGrpSpPr>
        <p:grpSpPr>
          <a:xfrm>
            <a:off x="5030795" y="7426984"/>
            <a:ext cx="2286000" cy="2400776"/>
            <a:chOff x="-2113030" y="957263"/>
            <a:chExt cx="2270572" cy="2400776"/>
          </a:xfrm>
        </p:grpSpPr>
        <p:pic>
          <p:nvPicPr>
            <p:cNvPr id="3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68DD9D3-FA64-438B-8216-AA0419C130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F1CE0F-1D9B-4314-A8CB-1E5E43D97D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C7F509-8B10-4FF1-BA81-7069F081A8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EDB310-364E-492A-AEAB-C95A7CBFAD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14FE2D-33EA-471D-A308-5D42E43D0A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08DB07-1943-4C53-A0DC-C98C965ECF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4ABFE5-8F2A-4696-8368-B5D5CAE2B7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079A9E-0A5E-4E96-98BF-49506B39A6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E382016-634A-46F1-B126-26FC50382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5558" y="71601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5" name="Group 404">
            <a:extLst>
              <a:ext uri="{FF2B5EF4-FFF2-40B4-BE49-F238E27FC236}">
                <a16:creationId xmlns:a16="http://schemas.microsoft.com/office/drawing/2014/main" id="{171190F4-225C-45F6-BEAA-F2366CD2CC1A}"/>
              </a:ext>
            </a:extLst>
          </p:cNvPr>
          <p:cNvGrpSpPr/>
          <p:nvPr/>
        </p:nvGrpSpPr>
        <p:grpSpPr>
          <a:xfrm>
            <a:off x="5222412" y="85010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F33BCC28-853E-4497-AF0E-53167DEB2E6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F3DDA885-A30D-457E-8682-3BDFA2A0C74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08" name="TextBox 407">
            <a:extLst>
              <a:ext uri="{FF2B5EF4-FFF2-40B4-BE49-F238E27FC236}">
                <a16:creationId xmlns:a16="http://schemas.microsoft.com/office/drawing/2014/main" id="{E013AF2B-F714-4AF3-B596-E94BCE248CF9}"/>
              </a:ext>
            </a:extLst>
          </p:cNvPr>
          <p:cNvSpPr txBox="1"/>
          <p:nvPr/>
        </p:nvSpPr>
        <p:spPr>
          <a:xfrm>
            <a:off x="5031913" y="67552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pic>
        <p:nvPicPr>
          <p:cNvPr id="4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4E9B62B-085B-40F9-B414-9FC494280B48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31" y="94760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E2CEF5F0-4E8A-4CE2-823D-2EEDC34C08EE}"/>
              </a:ext>
            </a:extLst>
          </p:cNvPr>
          <p:cNvSpPr txBox="1"/>
          <p:nvPr/>
        </p:nvSpPr>
        <p:spPr>
          <a:xfrm>
            <a:off x="6448791" y="94451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2FAE3954-8E22-434A-8C1C-0ED12A805DD5}"/>
              </a:ext>
            </a:extLst>
          </p:cNvPr>
          <p:cNvSpPr txBox="1"/>
          <p:nvPr/>
        </p:nvSpPr>
        <p:spPr>
          <a:xfrm>
            <a:off x="5223048" y="947801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Please! I beg you.</a:t>
            </a:r>
          </a:p>
        </p:txBody>
      </p: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B53BC232-A4F4-434D-9A71-B9DDC0C170C2}"/>
              </a:ext>
            </a:extLst>
          </p:cNvPr>
          <p:cNvGrpSpPr/>
          <p:nvPr/>
        </p:nvGrpSpPr>
        <p:grpSpPr>
          <a:xfrm>
            <a:off x="5030795" y="8323256"/>
            <a:ext cx="2286000" cy="92100"/>
            <a:chOff x="-2506971" y="1310005"/>
            <a:chExt cx="2313350" cy="92075"/>
          </a:xfrm>
        </p:grpSpPr>
        <p:pic>
          <p:nvPicPr>
            <p:cNvPr id="4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DC5BD1-B245-45FE-B3EA-B73E21F3E0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8FCDE00-1715-4651-80E5-FC9533CBE7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17B1F98-FA5E-4965-9A11-A3EA033CAA19}"/>
              </a:ext>
            </a:extLst>
          </p:cNvPr>
          <p:cNvGrpSpPr/>
          <p:nvPr/>
        </p:nvGrpSpPr>
        <p:grpSpPr>
          <a:xfrm>
            <a:off x="5030795" y="7098507"/>
            <a:ext cx="2286000" cy="94483"/>
            <a:chOff x="-2506971" y="1317144"/>
            <a:chExt cx="2313350" cy="94457"/>
          </a:xfrm>
        </p:grpSpPr>
        <p:pic>
          <p:nvPicPr>
            <p:cNvPr id="4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F62E3E1-7A4C-486B-AB8C-D7F56CA59E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B56E02-3977-4249-A283-98ED200726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CB65A4-A69B-4BC9-BB5D-14E24F567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4795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CDA537-78C5-4274-8B95-56BB35934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4795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0" name="Group 419">
            <a:extLst>
              <a:ext uri="{FF2B5EF4-FFF2-40B4-BE49-F238E27FC236}">
                <a16:creationId xmlns:a16="http://schemas.microsoft.com/office/drawing/2014/main" id="{D0FE1DB8-2401-4C7B-846C-45C00BD2CD41}"/>
              </a:ext>
            </a:extLst>
          </p:cNvPr>
          <p:cNvGrpSpPr/>
          <p:nvPr/>
        </p:nvGrpSpPr>
        <p:grpSpPr>
          <a:xfrm>
            <a:off x="2744795" y="7429024"/>
            <a:ext cx="2286000" cy="2400776"/>
            <a:chOff x="-2113030" y="957263"/>
            <a:chExt cx="2270572" cy="2400776"/>
          </a:xfrm>
        </p:grpSpPr>
        <p:pic>
          <p:nvPicPr>
            <p:cNvPr id="4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AE194F0-9EC3-4191-91A9-B780FB3B62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B8CCD2-F125-4FD6-A239-91795CF9DB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5A6B01-20D4-4AED-873B-DC38FCA7D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EA2AFAD-2AB5-4E42-A5FE-C968AA44B5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C690B05-76B5-40FA-9516-B7130F5050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DC99A23-A59C-4B57-815C-C7CC607990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164194B-A111-4EF7-B749-13C74A1788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33669C-0C15-45F6-A24A-F0124A73E8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D65FF4B-000D-43A1-927E-2764A4772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9558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0" name="Group 429">
            <a:extLst>
              <a:ext uri="{FF2B5EF4-FFF2-40B4-BE49-F238E27FC236}">
                <a16:creationId xmlns:a16="http://schemas.microsoft.com/office/drawing/2014/main" id="{D1B0A13C-FC3E-435A-A97B-0A8C244D74B0}"/>
              </a:ext>
            </a:extLst>
          </p:cNvPr>
          <p:cNvGrpSpPr/>
          <p:nvPr/>
        </p:nvGrpSpPr>
        <p:grpSpPr>
          <a:xfrm>
            <a:off x="2936412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90BC900C-AFC6-42F7-8F86-C5FE951461C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2ABDA7DA-EE8F-4F5C-9CCC-BEE1491C0E79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33" name="TextBox 432">
            <a:extLst>
              <a:ext uri="{FF2B5EF4-FFF2-40B4-BE49-F238E27FC236}">
                <a16:creationId xmlns:a16="http://schemas.microsoft.com/office/drawing/2014/main" id="{77E9FAB1-10FB-434A-9442-A577A3601EE1}"/>
              </a:ext>
            </a:extLst>
          </p:cNvPr>
          <p:cNvSpPr txBox="1"/>
          <p:nvPr/>
        </p:nvSpPr>
        <p:spPr>
          <a:xfrm>
            <a:off x="2744795" y="676208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EC2B9C34-C4EB-4FDF-AA2D-1B6B1EEAF73C}"/>
              </a:ext>
            </a:extLst>
          </p:cNvPr>
          <p:cNvSpPr txBox="1"/>
          <p:nvPr/>
        </p:nvSpPr>
        <p:spPr>
          <a:xfrm>
            <a:off x="2928946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learned this from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Fast and the Furious.</a:t>
            </a:r>
          </a:p>
        </p:txBody>
      </p:sp>
      <p:pic>
        <p:nvPicPr>
          <p:cNvPr id="43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9C831F2-2483-475F-A3E2-AA6C1141B30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031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6" name="TextBox 435">
            <a:extLst>
              <a:ext uri="{FF2B5EF4-FFF2-40B4-BE49-F238E27FC236}">
                <a16:creationId xmlns:a16="http://schemas.microsoft.com/office/drawing/2014/main" id="{65F14156-A9A8-4233-A172-0DE75FA50F0C}"/>
              </a:ext>
            </a:extLst>
          </p:cNvPr>
          <p:cNvSpPr txBox="1"/>
          <p:nvPr/>
        </p:nvSpPr>
        <p:spPr>
          <a:xfrm>
            <a:off x="4206333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5B0C1FEC-BAE0-4367-99D4-0ECCE502E990}"/>
              </a:ext>
            </a:extLst>
          </p:cNvPr>
          <p:cNvGrpSpPr/>
          <p:nvPr/>
        </p:nvGrpSpPr>
        <p:grpSpPr>
          <a:xfrm>
            <a:off x="2744795" y="8325296"/>
            <a:ext cx="2286000" cy="92100"/>
            <a:chOff x="-2506971" y="1310005"/>
            <a:chExt cx="2313350" cy="92075"/>
          </a:xfrm>
        </p:grpSpPr>
        <p:pic>
          <p:nvPicPr>
            <p:cNvPr id="5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7144CA0-1E0A-4E3D-A5F2-F50000A8FB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3487CFE-DA52-4B0F-9820-E1D6405BB8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58256C07-15EE-46F7-914C-03B0648A85DC}"/>
              </a:ext>
            </a:extLst>
          </p:cNvPr>
          <p:cNvGrpSpPr/>
          <p:nvPr/>
        </p:nvGrpSpPr>
        <p:grpSpPr>
          <a:xfrm>
            <a:off x="2744795" y="7100547"/>
            <a:ext cx="2286000" cy="94483"/>
            <a:chOff x="-2506971" y="1317144"/>
            <a:chExt cx="2313350" cy="94457"/>
          </a:xfrm>
        </p:grpSpPr>
        <p:pic>
          <p:nvPicPr>
            <p:cNvPr id="5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4CB12D9-CEA9-409F-8F0B-A8D46DFDCF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720315B-FD0F-473D-873A-CB00EBA069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224ED21-8E90-4D9E-A36B-A69EDB2001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FADE8E7-8D7F-4C49-A523-500F4CBB06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9" name="Group 438">
            <a:extLst>
              <a:ext uri="{FF2B5EF4-FFF2-40B4-BE49-F238E27FC236}">
                <a16:creationId xmlns:a16="http://schemas.microsoft.com/office/drawing/2014/main" id="{C13746D1-977D-41CB-86EC-2500E154D50A}"/>
              </a:ext>
            </a:extLst>
          </p:cNvPr>
          <p:cNvGrpSpPr/>
          <p:nvPr/>
        </p:nvGrpSpPr>
        <p:grpSpPr>
          <a:xfrm>
            <a:off x="457200" y="1028224"/>
            <a:ext cx="2286000" cy="2400776"/>
            <a:chOff x="-2113030" y="957263"/>
            <a:chExt cx="2270572" cy="2400776"/>
          </a:xfrm>
        </p:grpSpPr>
        <p:pic>
          <p:nvPicPr>
            <p:cNvPr id="4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DACC1D-DC87-4AC7-9812-A125E59CB8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9EBF051-5B44-40D0-894A-5C5EBD0E4C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B3927E-EDBC-4526-BCC2-0AAD670BD2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6747910-08EA-41B4-AC7C-CA16395426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03A5BF-95D9-4CC1-B608-6C4F4E72C4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8781F7C-6994-445B-8B38-4AE3CE8820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D7D789-6E76-4408-8858-BE2176FCDD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AD055F3-6616-48CE-8148-0F3E6AD557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4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F23043A-81F6-46D2-B790-D368132EA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9" name="Group 448">
            <a:extLst>
              <a:ext uri="{FF2B5EF4-FFF2-40B4-BE49-F238E27FC236}">
                <a16:creationId xmlns:a16="http://schemas.microsoft.com/office/drawing/2014/main" id="{DDDE9172-7230-4F34-905B-B6992DB51BC2}"/>
              </a:ext>
            </a:extLst>
          </p:cNvPr>
          <p:cNvGrpSpPr/>
          <p:nvPr/>
        </p:nvGrpSpPr>
        <p:grpSpPr>
          <a:xfrm>
            <a:off x="648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2F9B728A-C189-445F-B8E4-AF164C620E67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7F44CAD9-979F-4EFB-9D11-1FFEBF940B7F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7CDBBE18-40F6-4E20-9231-2D825615A6DD}"/>
              </a:ext>
            </a:extLst>
          </p:cNvPr>
          <p:cNvSpPr txBox="1"/>
          <p:nvPr/>
        </p:nvSpPr>
        <p:spPr>
          <a:xfrm>
            <a:off x="459436" y="35652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3ECAA32C-2778-410B-9110-FF2C3690C440}"/>
              </a:ext>
            </a:extLst>
          </p:cNvPr>
          <p:cNvSpPr txBox="1"/>
          <p:nvPr/>
        </p:nvSpPr>
        <p:spPr>
          <a:xfrm>
            <a:off x="641351" y="307544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45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97D6BAE-DE47-46C9-9C61-38B89A5B123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6" name="TextBox 455">
            <a:extLst>
              <a:ext uri="{FF2B5EF4-FFF2-40B4-BE49-F238E27FC236}">
                <a16:creationId xmlns:a16="http://schemas.microsoft.com/office/drawing/2014/main" id="{F167DECE-6662-421A-A21F-C576048C3052}"/>
              </a:ext>
            </a:extLst>
          </p:cNvPr>
          <p:cNvSpPr txBox="1"/>
          <p:nvPr/>
        </p:nvSpPr>
        <p:spPr>
          <a:xfrm>
            <a:off x="1918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57" name="Picture 4" descr="Image result for my hands are tied">
            <a:extLst>
              <a:ext uri="{FF2B5EF4-FFF2-40B4-BE49-F238E27FC236}">
                <a16:creationId xmlns:a16="http://schemas.microsoft.com/office/drawing/2014/main" id="{92346879-6EAC-493E-902B-CFE1E9CE8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605259" y="75451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8" name="Group 457">
            <a:extLst>
              <a:ext uri="{FF2B5EF4-FFF2-40B4-BE49-F238E27FC236}">
                <a16:creationId xmlns:a16="http://schemas.microsoft.com/office/drawing/2014/main" id="{CBC178E5-8FA4-474D-BA90-F5D215A1863D}"/>
              </a:ext>
            </a:extLst>
          </p:cNvPr>
          <p:cNvGrpSpPr/>
          <p:nvPr/>
        </p:nvGrpSpPr>
        <p:grpSpPr>
          <a:xfrm>
            <a:off x="457200" y="1924496"/>
            <a:ext cx="2286000" cy="92100"/>
            <a:chOff x="-2506971" y="1310005"/>
            <a:chExt cx="2313350" cy="92075"/>
          </a:xfrm>
        </p:grpSpPr>
        <p:pic>
          <p:nvPicPr>
            <p:cNvPr id="4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6F305F-4AF5-4AEF-A8B3-93A2D25B3E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58FB8A2-81C6-48D9-8B7D-4DD83A4D6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B7D8680-15BC-4721-B184-E985702527D0}"/>
              </a:ext>
            </a:extLst>
          </p:cNvPr>
          <p:cNvGrpSpPr/>
          <p:nvPr/>
        </p:nvGrpSpPr>
        <p:grpSpPr>
          <a:xfrm>
            <a:off x="457200" y="699747"/>
            <a:ext cx="2286000" cy="94483"/>
            <a:chOff x="-2506971" y="1317144"/>
            <a:chExt cx="2313350" cy="94457"/>
          </a:xfrm>
        </p:grpSpPr>
        <p:pic>
          <p:nvPicPr>
            <p:cNvPr id="4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6AEC0C-936E-4272-9573-253738C667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C0870-9C40-40C1-A6F1-3AAE1B108E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6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E33FCE2-8021-4D4B-B113-9E3A0B990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34290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16702DD-9069-4696-9379-D255690BE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5313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32C881E-898D-4FFB-8993-EDAA564526C6}"/>
              </a:ext>
            </a:extLst>
          </p:cNvPr>
          <p:cNvGrpSpPr/>
          <p:nvPr/>
        </p:nvGrpSpPr>
        <p:grpSpPr>
          <a:xfrm>
            <a:off x="456082" y="4226584"/>
            <a:ext cx="2286000" cy="2400776"/>
            <a:chOff x="-2113030" y="957263"/>
            <a:chExt cx="2270572" cy="2400776"/>
          </a:xfrm>
        </p:grpSpPr>
        <p:pic>
          <p:nvPicPr>
            <p:cNvPr id="4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E43735C-219B-4B4E-8CC1-6486BA6933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07F324-EF86-45FE-BD74-EB8713A4A9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7D386E-C7B8-43EF-889D-FB1AA6A18D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EF72CDE-03B9-495C-A1D0-D5D11930C2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2DDD2A-D4BF-4664-8974-FBB56A6133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D101CA-F85B-41EE-AF38-69F27DC85D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20003E-DA8D-4B50-BBBF-7A5C5D0240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2CB933-DC51-44EE-94C0-4960F09E8F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B59949C-7511-41EB-9087-9A6B581A0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39597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66E82F0-3525-4A0D-BB36-D3B4D0D7E081}"/>
              </a:ext>
            </a:extLst>
          </p:cNvPr>
          <p:cNvGrpSpPr/>
          <p:nvPr/>
        </p:nvGrpSpPr>
        <p:grpSpPr>
          <a:xfrm>
            <a:off x="647699" y="53006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F0E4F6C0-2B0D-4D72-BD6A-785EFCEB11A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CEAF5B55-5DB5-4443-BFE5-06331EF43B5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one hand.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80" name="TextBox 479">
            <a:extLst>
              <a:ext uri="{FF2B5EF4-FFF2-40B4-BE49-F238E27FC236}">
                <a16:creationId xmlns:a16="http://schemas.microsoft.com/office/drawing/2014/main" id="{5E150DB6-D944-495C-A47D-5410252B551A}"/>
              </a:ext>
            </a:extLst>
          </p:cNvPr>
          <p:cNvSpPr txBox="1"/>
          <p:nvPr/>
        </p:nvSpPr>
        <p:spPr>
          <a:xfrm>
            <a:off x="456082" y="355964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Fast and Furious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D8011844-A201-4FAE-96C5-448AEAC1D46C}"/>
              </a:ext>
            </a:extLst>
          </p:cNvPr>
          <p:cNvSpPr txBox="1"/>
          <p:nvPr/>
        </p:nvSpPr>
        <p:spPr>
          <a:xfrm>
            <a:off x="640233" y="62738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learned this from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Fast and the Furious.</a:t>
            </a:r>
          </a:p>
        </p:txBody>
      </p:sp>
      <p:pic>
        <p:nvPicPr>
          <p:cNvPr id="48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FF9F6D2-B965-4F17-AB2B-4FB8B94B900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62756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3" name="TextBox 482">
            <a:extLst>
              <a:ext uri="{FF2B5EF4-FFF2-40B4-BE49-F238E27FC236}">
                <a16:creationId xmlns:a16="http://schemas.microsoft.com/office/drawing/2014/main" id="{7AB3392A-C2BD-4AA3-B320-8D4974D45E6B}"/>
              </a:ext>
            </a:extLst>
          </p:cNvPr>
          <p:cNvSpPr txBox="1"/>
          <p:nvPr/>
        </p:nvSpPr>
        <p:spPr>
          <a:xfrm>
            <a:off x="1917620" y="62447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84" name="Picture 14" descr="Image result for show off">
            <a:extLst>
              <a:ext uri="{FF2B5EF4-FFF2-40B4-BE49-F238E27FC236}">
                <a16:creationId xmlns:a16="http://schemas.microsoft.com/office/drawing/2014/main" id="{8C2D9095-010D-4764-ADA5-74C9B9E2C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" b="7318"/>
          <a:stretch/>
        </p:blipFill>
        <p:spPr bwMode="auto">
          <a:xfrm>
            <a:off x="665632" y="3952875"/>
            <a:ext cx="1838813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5" name="Group 484">
            <a:extLst>
              <a:ext uri="{FF2B5EF4-FFF2-40B4-BE49-F238E27FC236}">
                <a16:creationId xmlns:a16="http://schemas.microsoft.com/office/drawing/2014/main" id="{A88F717F-57CC-48F1-8271-5C8B52018418}"/>
              </a:ext>
            </a:extLst>
          </p:cNvPr>
          <p:cNvGrpSpPr/>
          <p:nvPr/>
        </p:nvGrpSpPr>
        <p:grpSpPr>
          <a:xfrm>
            <a:off x="456082" y="5122856"/>
            <a:ext cx="2286000" cy="92100"/>
            <a:chOff x="-2506971" y="1310005"/>
            <a:chExt cx="2313350" cy="92075"/>
          </a:xfrm>
        </p:grpSpPr>
        <p:pic>
          <p:nvPicPr>
            <p:cNvPr id="4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34DD6A2-76E3-4468-A866-F7F59AAECD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B75C3D-0584-4B10-A461-A3BFAF9E20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7EE10EC8-F178-4589-ADE2-CD386A49F693}"/>
              </a:ext>
            </a:extLst>
          </p:cNvPr>
          <p:cNvGrpSpPr/>
          <p:nvPr/>
        </p:nvGrpSpPr>
        <p:grpSpPr>
          <a:xfrm>
            <a:off x="456082" y="3898107"/>
            <a:ext cx="2286000" cy="94483"/>
            <a:chOff x="-2506971" y="1317144"/>
            <a:chExt cx="2313350" cy="94457"/>
          </a:xfrm>
        </p:grpSpPr>
        <p:pic>
          <p:nvPicPr>
            <p:cNvPr id="4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5577243-6BB7-4ED8-86AF-A59A33706E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542DDFF-4BF7-4A2C-8CEC-B9C7DA69A0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C40468-1370-4653-852F-9929C0E3A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9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F1BE107-0115-41AA-9E06-FAF46DE46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3" name="Group 492">
            <a:extLst>
              <a:ext uri="{FF2B5EF4-FFF2-40B4-BE49-F238E27FC236}">
                <a16:creationId xmlns:a16="http://schemas.microsoft.com/office/drawing/2014/main" id="{6AE49B7B-DDF8-43F3-A047-389DFAA9F068}"/>
              </a:ext>
            </a:extLst>
          </p:cNvPr>
          <p:cNvGrpSpPr/>
          <p:nvPr/>
        </p:nvGrpSpPr>
        <p:grpSpPr>
          <a:xfrm>
            <a:off x="2743200" y="1026184"/>
            <a:ext cx="2286000" cy="2400776"/>
            <a:chOff x="-2113030" y="957263"/>
            <a:chExt cx="2270572" cy="2400776"/>
          </a:xfrm>
        </p:grpSpPr>
        <p:pic>
          <p:nvPicPr>
            <p:cNvPr id="4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8326F3-9759-4933-9846-3C47333133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244A79-4163-44B3-9C1A-499201BE03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43C1CB-B8E1-4F40-9D80-7B08679D7B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99169-C51A-4178-A9E3-A0BA912DD5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2B9EB32-9AD0-44ED-8124-F47B139B6C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4BF99BF-ABC6-4658-AB76-17B45989B4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E28585D-6FA6-442D-8AE0-37BB9323E0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77B3CB1-DCAC-4F40-899A-52DDD9CF71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F7BB7F-4299-4321-92C7-3E650A6D3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3" name="Group 502">
            <a:extLst>
              <a:ext uri="{FF2B5EF4-FFF2-40B4-BE49-F238E27FC236}">
                <a16:creationId xmlns:a16="http://schemas.microsoft.com/office/drawing/2014/main" id="{3061553F-6BDE-42BF-8C06-EE97DC24EC59}"/>
              </a:ext>
            </a:extLst>
          </p:cNvPr>
          <p:cNvGrpSpPr/>
          <p:nvPr/>
        </p:nvGrpSpPr>
        <p:grpSpPr>
          <a:xfrm>
            <a:off x="2934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62FF1584-6EFF-496B-AC3D-9F8FEE28C74E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58414703-FE71-440A-845A-ECBB23E2F6D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89E3FD99-7746-4E2C-96B7-E54E20B637BC}"/>
              </a:ext>
            </a:extLst>
          </p:cNvPr>
          <p:cNvSpPr txBox="1"/>
          <p:nvPr/>
        </p:nvSpPr>
        <p:spPr>
          <a:xfrm>
            <a:off x="2745436" y="35448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4373953E-82FC-42C7-BB63-F57239CDA558}"/>
              </a:ext>
            </a:extLst>
          </p:cNvPr>
          <p:cNvSpPr txBox="1"/>
          <p:nvPr/>
        </p:nvSpPr>
        <p:spPr>
          <a:xfrm>
            <a:off x="2927351" y="307340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5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3FE3604-A5A3-4C9A-8F1B-E6FFC94F0FA5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0" name="TextBox 509">
            <a:extLst>
              <a:ext uri="{FF2B5EF4-FFF2-40B4-BE49-F238E27FC236}">
                <a16:creationId xmlns:a16="http://schemas.microsoft.com/office/drawing/2014/main" id="{40AF26C0-8EB2-41BA-B819-4FF342B2025F}"/>
              </a:ext>
            </a:extLst>
          </p:cNvPr>
          <p:cNvSpPr txBox="1"/>
          <p:nvPr/>
        </p:nvSpPr>
        <p:spPr>
          <a:xfrm>
            <a:off x="4204738" y="30443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11" name="Picture 4" descr="Image result for my hands are tied">
            <a:extLst>
              <a:ext uri="{FF2B5EF4-FFF2-40B4-BE49-F238E27FC236}">
                <a16:creationId xmlns:a16="http://schemas.microsoft.com/office/drawing/2014/main" id="{4B69BFC0-9D10-483C-97C9-8E0E40C98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2891259" y="75247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" name="Group 511">
            <a:extLst>
              <a:ext uri="{FF2B5EF4-FFF2-40B4-BE49-F238E27FC236}">
                <a16:creationId xmlns:a16="http://schemas.microsoft.com/office/drawing/2014/main" id="{7E13760E-7E2A-4327-A9F4-9A296FE027A5}"/>
              </a:ext>
            </a:extLst>
          </p:cNvPr>
          <p:cNvGrpSpPr/>
          <p:nvPr/>
        </p:nvGrpSpPr>
        <p:grpSpPr>
          <a:xfrm>
            <a:off x="2743200" y="1922456"/>
            <a:ext cx="2286000" cy="92100"/>
            <a:chOff x="-2506971" y="1310005"/>
            <a:chExt cx="2313350" cy="92075"/>
          </a:xfrm>
        </p:grpSpPr>
        <p:pic>
          <p:nvPicPr>
            <p:cNvPr id="5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C50F80-188C-41B6-A018-EB4B846265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D450795-A49A-4AC5-B44E-4B73F9B176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5DBC53DD-D4FD-476D-A060-1039CCE84EE9}"/>
              </a:ext>
            </a:extLst>
          </p:cNvPr>
          <p:cNvGrpSpPr/>
          <p:nvPr/>
        </p:nvGrpSpPr>
        <p:grpSpPr>
          <a:xfrm>
            <a:off x="2743200" y="697707"/>
            <a:ext cx="2286000" cy="94483"/>
            <a:chOff x="-2506971" y="1317144"/>
            <a:chExt cx="2313350" cy="94457"/>
          </a:xfrm>
        </p:grpSpPr>
        <p:pic>
          <p:nvPicPr>
            <p:cNvPr id="5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C9DCB8-B8B4-434C-B0EC-C3D2B7BAFE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D06153-B5CC-474A-A271-742C7E0C21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6DFA0E-B110-42B9-9EF5-B554B4B58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31913" y="3406011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6D311DA-058B-4F35-B36E-5AC95C3AD9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31913" y="3508396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0" name="Group 519">
            <a:extLst>
              <a:ext uri="{FF2B5EF4-FFF2-40B4-BE49-F238E27FC236}">
                <a16:creationId xmlns:a16="http://schemas.microsoft.com/office/drawing/2014/main" id="{D5516565-CFBE-4190-87B7-C3B2630E7EEF}"/>
              </a:ext>
            </a:extLst>
          </p:cNvPr>
          <p:cNvGrpSpPr/>
          <p:nvPr/>
        </p:nvGrpSpPr>
        <p:grpSpPr>
          <a:xfrm>
            <a:off x="5031913" y="4203595"/>
            <a:ext cx="2286000" cy="2400776"/>
            <a:chOff x="-2113030" y="957263"/>
            <a:chExt cx="2270572" cy="2400776"/>
          </a:xfrm>
        </p:grpSpPr>
        <p:pic>
          <p:nvPicPr>
            <p:cNvPr id="5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391E195-BC90-4679-8762-A0F891B272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318DCE-5B28-428F-8F08-FE3BA4FEF7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4CAD10-ED32-4B64-9036-D2E77B70A9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9D2341-9422-4287-A94B-D48B4BF94A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CB08C5E-16C3-40CD-82BA-B3286DB778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D5A6062-01C3-45CC-856A-0A665F9AC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89A6532-CCC4-4F2F-828E-8BB54CE3B4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9459007-368D-4611-9105-A3D91486A9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94377E-4834-415B-8D50-126AF57D0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6676" y="3936720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0" name="Group 529">
            <a:extLst>
              <a:ext uri="{FF2B5EF4-FFF2-40B4-BE49-F238E27FC236}">
                <a16:creationId xmlns:a16="http://schemas.microsoft.com/office/drawing/2014/main" id="{47125615-22E9-42E1-B5F4-BA242B7C1891}"/>
              </a:ext>
            </a:extLst>
          </p:cNvPr>
          <p:cNvGrpSpPr/>
          <p:nvPr/>
        </p:nvGrpSpPr>
        <p:grpSpPr>
          <a:xfrm>
            <a:off x="5223530" y="5277674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D7804FD-23A8-4075-9B4C-DDF801B4DEB6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A478061E-1EE0-484C-9910-0471E148E0B1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The opponent to your left draws 2 Challenges and gives one to you, discarding the other. It does not count for Set Bonuses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34" name="TextBox 533">
            <a:extLst>
              <a:ext uri="{FF2B5EF4-FFF2-40B4-BE49-F238E27FC236}">
                <a16:creationId xmlns:a16="http://schemas.microsoft.com/office/drawing/2014/main" id="{E8DC5CA5-A8AB-46A6-8A28-E16F1E6DC40D}"/>
              </a:ext>
            </a:extLst>
          </p:cNvPr>
          <p:cNvSpPr txBox="1"/>
          <p:nvPr/>
        </p:nvSpPr>
        <p:spPr>
          <a:xfrm>
            <a:off x="5033031" y="3531891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Mercy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pic>
        <p:nvPicPr>
          <p:cNvPr id="53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ADF166B-9E6E-4371-BC82-F4EE098B28DA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149" y="6252680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TextBox 535">
            <a:extLst>
              <a:ext uri="{FF2B5EF4-FFF2-40B4-BE49-F238E27FC236}">
                <a16:creationId xmlns:a16="http://schemas.microsoft.com/office/drawing/2014/main" id="{7F99DD0A-70A5-4551-8980-C8453BA3EF0F}"/>
              </a:ext>
            </a:extLst>
          </p:cNvPr>
          <p:cNvSpPr txBox="1"/>
          <p:nvPr/>
        </p:nvSpPr>
        <p:spPr>
          <a:xfrm>
            <a:off x="6493451" y="6221753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37" name="Picture 10" descr="Image result for mercy full house">
            <a:extLst>
              <a:ext uri="{FF2B5EF4-FFF2-40B4-BE49-F238E27FC236}">
                <a16:creationId xmlns:a16="http://schemas.microsoft.com/office/drawing/2014/main" id="{359A3B06-BAC0-4828-B593-B39F2D766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" r="1898"/>
          <a:stretch/>
        </p:blipFill>
        <p:spPr bwMode="auto">
          <a:xfrm>
            <a:off x="5246485" y="3912639"/>
            <a:ext cx="1887196" cy="121721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9" name="TextBox 538">
            <a:extLst>
              <a:ext uri="{FF2B5EF4-FFF2-40B4-BE49-F238E27FC236}">
                <a16:creationId xmlns:a16="http://schemas.microsoft.com/office/drawing/2014/main" id="{35B10F7E-BCF9-42E8-8C0B-6674ECA2AA67}"/>
              </a:ext>
            </a:extLst>
          </p:cNvPr>
          <p:cNvSpPr txBox="1"/>
          <p:nvPr/>
        </p:nvSpPr>
        <p:spPr>
          <a:xfrm>
            <a:off x="5224166" y="6254621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Please! I beg you.</a:t>
            </a:r>
          </a:p>
        </p:txBody>
      </p: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629A7CD0-DFDD-4680-8698-D3D0548AE4D4}"/>
              </a:ext>
            </a:extLst>
          </p:cNvPr>
          <p:cNvGrpSpPr/>
          <p:nvPr/>
        </p:nvGrpSpPr>
        <p:grpSpPr>
          <a:xfrm>
            <a:off x="5031913" y="5099867"/>
            <a:ext cx="2286000" cy="92100"/>
            <a:chOff x="-2506971" y="1310005"/>
            <a:chExt cx="2313350" cy="92075"/>
          </a:xfrm>
        </p:grpSpPr>
        <p:pic>
          <p:nvPicPr>
            <p:cNvPr id="5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F4610CD-ADDB-4802-A413-CD6F0106F9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39B402-64AF-4643-A39B-102B83F0F8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1797E303-0EA9-47DB-AF82-D7172A6EA588}"/>
              </a:ext>
            </a:extLst>
          </p:cNvPr>
          <p:cNvGrpSpPr/>
          <p:nvPr/>
        </p:nvGrpSpPr>
        <p:grpSpPr>
          <a:xfrm>
            <a:off x="5031913" y="3875118"/>
            <a:ext cx="2286000" cy="94483"/>
            <a:chOff x="-2506971" y="1317144"/>
            <a:chExt cx="2313350" cy="94457"/>
          </a:xfrm>
        </p:grpSpPr>
        <p:pic>
          <p:nvPicPr>
            <p:cNvPr id="5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873C7F-3796-410F-A6E9-A485AC24F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67DE54B-A75F-419B-8760-AF8DD8C1C5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8881B86-48A8-4AD0-9231-90867C0832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2082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18E43B6-4347-4E08-87F9-79B803168B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2082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8" name="Group 547">
            <a:extLst>
              <a:ext uri="{FF2B5EF4-FFF2-40B4-BE49-F238E27FC236}">
                <a16:creationId xmlns:a16="http://schemas.microsoft.com/office/drawing/2014/main" id="{5D51DCB1-1686-4CB5-81E1-4BE70A535AA5}"/>
              </a:ext>
            </a:extLst>
          </p:cNvPr>
          <p:cNvGrpSpPr/>
          <p:nvPr/>
        </p:nvGrpSpPr>
        <p:grpSpPr>
          <a:xfrm>
            <a:off x="2742082" y="4228624"/>
            <a:ext cx="2286000" cy="2400776"/>
            <a:chOff x="-2113030" y="957263"/>
            <a:chExt cx="2270572" cy="2400776"/>
          </a:xfrm>
        </p:grpSpPr>
        <p:pic>
          <p:nvPicPr>
            <p:cNvPr id="5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1898D6-9E77-4726-9961-FC111F91EA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D639DC-CD4F-4D3F-BEF4-09603FA26C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4721D5D-FCC7-4295-9E3A-1DD0B9E849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8FA2B9-9253-4012-BDE2-E12B7037D3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4EB7FD-0239-402B-9E31-809700F98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EA868E-C4F3-4C5E-A4A6-C1CFF32EB9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3B681E3-6857-4045-96AD-5EAC91C32B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04EB698-5E2C-471F-9392-6ECE26877D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CB5FDCA-A641-4400-88F9-28C77378C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6845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8" name="Group 557">
            <a:extLst>
              <a:ext uri="{FF2B5EF4-FFF2-40B4-BE49-F238E27FC236}">
                <a16:creationId xmlns:a16="http://schemas.microsoft.com/office/drawing/2014/main" id="{0AAF282F-F455-42A8-9DF3-13661D3FC096}"/>
              </a:ext>
            </a:extLst>
          </p:cNvPr>
          <p:cNvGrpSpPr/>
          <p:nvPr/>
        </p:nvGrpSpPr>
        <p:grpSpPr>
          <a:xfrm>
            <a:off x="2933699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72A5977D-72DE-468F-BAC2-FB1702D4BB3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08A1F9EF-6D5D-4B1E-9B0C-A2FADC2F0375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one hand.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93" name="TextBox 592">
            <a:extLst>
              <a:ext uri="{FF2B5EF4-FFF2-40B4-BE49-F238E27FC236}">
                <a16:creationId xmlns:a16="http://schemas.microsoft.com/office/drawing/2014/main" id="{3D93A851-6F05-499E-A8E1-187877AC42A7}"/>
              </a:ext>
            </a:extLst>
          </p:cNvPr>
          <p:cNvSpPr txBox="1"/>
          <p:nvPr/>
        </p:nvSpPr>
        <p:spPr>
          <a:xfrm>
            <a:off x="2742082" y="356168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Fast and Furious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7CA428F-3AA9-4CEE-BD97-F142A4C7E793}"/>
              </a:ext>
            </a:extLst>
          </p:cNvPr>
          <p:cNvSpPr txBox="1"/>
          <p:nvPr/>
        </p:nvSpPr>
        <p:spPr>
          <a:xfrm>
            <a:off x="2926233" y="62758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learned this from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Fast and the Furious.</a:t>
            </a:r>
          </a:p>
        </p:txBody>
      </p:sp>
      <p:pic>
        <p:nvPicPr>
          <p:cNvPr id="59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0984449-B850-48EC-BE03-1C848FD8B785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318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6" name="TextBox 595">
            <a:extLst>
              <a:ext uri="{FF2B5EF4-FFF2-40B4-BE49-F238E27FC236}">
                <a16:creationId xmlns:a16="http://schemas.microsoft.com/office/drawing/2014/main" id="{75438D52-A878-43F2-BEAB-004E323755D0}"/>
              </a:ext>
            </a:extLst>
          </p:cNvPr>
          <p:cNvSpPr txBox="1"/>
          <p:nvPr/>
        </p:nvSpPr>
        <p:spPr>
          <a:xfrm>
            <a:off x="4203620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97" name="Picture 14" descr="Image result for show off">
            <a:extLst>
              <a:ext uri="{FF2B5EF4-FFF2-40B4-BE49-F238E27FC236}">
                <a16:creationId xmlns:a16="http://schemas.microsoft.com/office/drawing/2014/main" id="{15B56651-DB43-4206-B126-7BB19F3F6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" b="7318"/>
          <a:stretch/>
        </p:blipFill>
        <p:spPr bwMode="auto">
          <a:xfrm>
            <a:off x="2951632" y="3954915"/>
            <a:ext cx="1838813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8" name="Group 597">
            <a:extLst>
              <a:ext uri="{FF2B5EF4-FFF2-40B4-BE49-F238E27FC236}">
                <a16:creationId xmlns:a16="http://schemas.microsoft.com/office/drawing/2014/main" id="{AA890F24-93C4-4B6D-9778-737374CEABA1}"/>
              </a:ext>
            </a:extLst>
          </p:cNvPr>
          <p:cNvGrpSpPr/>
          <p:nvPr/>
        </p:nvGrpSpPr>
        <p:grpSpPr>
          <a:xfrm>
            <a:off x="2742082" y="5124896"/>
            <a:ext cx="2286000" cy="92100"/>
            <a:chOff x="-2506971" y="1310005"/>
            <a:chExt cx="2313350" cy="92075"/>
          </a:xfrm>
        </p:grpSpPr>
        <p:pic>
          <p:nvPicPr>
            <p:cNvPr id="5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F22B80-DC18-4AF5-A63D-54D4D7CC1E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A34AE6E-C02C-4F27-B5C5-C45CF69356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017FD1AC-5A46-4F86-90FA-D635150F826F}"/>
              </a:ext>
            </a:extLst>
          </p:cNvPr>
          <p:cNvGrpSpPr/>
          <p:nvPr/>
        </p:nvGrpSpPr>
        <p:grpSpPr>
          <a:xfrm>
            <a:off x="2742082" y="3900147"/>
            <a:ext cx="2286000" cy="94483"/>
            <a:chOff x="-2506971" y="1317144"/>
            <a:chExt cx="2313350" cy="94457"/>
          </a:xfrm>
        </p:grpSpPr>
        <p:pic>
          <p:nvPicPr>
            <p:cNvPr id="6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F45A76B-1583-44D2-AC2C-F327B8D5DB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F97987-38ED-4A55-8446-3A1C91CEF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1A911DC-B06B-4849-94F6-921EFF1429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5913393-AA8B-4D67-87FD-8C069D0BB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6" name="Group 345">
            <a:extLst>
              <a:ext uri="{FF2B5EF4-FFF2-40B4-BE49-F238E27FC236}">
                <a16:creationId xmlns:a16="http://schemas.microsoft.com/office/drawing/2014/main" id="{AE064363-59D3-40E3-BBD2-01AD1D1ECB65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3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CD0E832-0863-490F-A7F6-551827BBE5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A337843-ACAF-4F8D-A140-DF1A7C48B3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88DCB0A-9DE7-40F0-A506-366CBC606D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71AE11-892B-44BF-A0E5-00E9C5E5C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48D6EB-761C-47A8-9894-D1CD0D19DA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6EDCFA-D0CA-49DD-A212-854BB4091D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4FC1DE5-D20E-42FE-8AF7-AC7FA84DF9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02951B6-F889-45FA-AAB3-40483C6FC2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9DDEE1-F84E-4B0C-BC61-E32A5A32C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6" name="Group 355">
            <a:extLst>
              <a:ext uri="{FF2B5EF4-FFF2-40B4-BE49-F238E27FC236}">
                <a16:creationId xmlns:a16="http://schemas.microsoft.com/office/drawing/2014/main" id="{45A994AA-06F9-43D3-9D3A-E4FCC28EDD2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2294B064-D28F-4A01-8039-E33654949379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F1C4EE6F-EC46-404D-B41B-E7525063ACC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60" name="TextBox 359">
            <a:extLst>
              <a:ext uri="{FF2B5EF4-FFF2-40B4-BE49-F238E27FC236}">
                <a16:creationId xmlns:a16="http://schemas.microsoft.com/office/drawing/2014/main" id="{6801E1F1-9CEB-47E8-BCA3-381CDDF4883B}"/>
              </a:ext>
            </a:extLst>
          </p:cNvPr>
          <p:cNvSpPr txBox="1"/>
          <p:nvPr/>
        </p:nvSpPr>
        <p:spPr>
          <a:xfrm>
            <a:off x="5031436" y="35652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BE866D16-92FC-448D-BF3F-0ACB06E28277}"/>
              </a:ext>
            </a:extLst>
          </p:cNvPr>
          <p:cNvSpPr txBox="1"/>
          <p:nvPr/>
        </p:nvSpPr>
        <p:spPr>
          <a:xfrm>
            <a:off x="5213351" y="307544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36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B618B93-FD90-44A9-8B0D-C976CEB2907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3" name="TextBox 362">
            <a:extLst>
              <a:ext uri="{FF2B5EF4-FFF2-40B4-BE49-F238E27FC236}">
                <a16:creationId xmlns:a16="http://schemas.microsoft.com/office/drawing/2014/main" id="{B61F232D-2023-46B5-BD15-84CA9A935147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64" name="Picture 4" descr="Image result for my hands are tied">
            <a:extLst>
              <a:ext uri="{FF2B5EF4-FFF2-40B4-BE49-F238E27FC236}">
                <a16:creationId xmlns:a16="http://schemas.microsoft.com/office/drawing/2014/main" id="{937302A2-B4AF-483B-9C73-9ABBCA116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5177259" y="75451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5" name="Group 364">
            <a:extLst>
              <a:ext uri="{FF2B5EF4-FFF2-40B4-BE49-F238E27FC236}">
                <a16:creationId xmlns:a16="http://schemas.microsoft.com/office/drawing/2014/main" id="{018F1741-65B2-4CF5-AC28-8AA9FFE34C31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36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1FAC69-441A-414C-B568-17F8FCF5CF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832D06-E0D5-429A-A01E-ECB8D8583D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4EA059E4-F9FC-4DD0-9657-A7025D585C44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3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16E327C-FF83-41F7-89FA-2EE8EF7FA0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3E549B1-B2AE-4A3A-91A8-0F4C165EC0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962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3DCD969-39E4-4FA1-BEF7-9ADC2094CA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2962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51B33B5-7C2F-4624-9BC2-7E5935714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200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E0C49F7-49A8-4B8A-9A7A-AC27FF477B01}"/>
              </a:ext>
            </a:extLst>
          </p:cNvPr>
          <p:cNvGrpSpPr/>
          <p:nvPr/>
        </p:nvGrpSpPr>
        <p:grpSpPr>
          <a:xfrm>
            <a:off x="457200" y="1027204"/>
            <a:ext cx="2286000" cy="2400776"/>
            <a:chOff x="-2113030" y="957263"/>
            <a:chExt cx="2270572" cy="2400776"/>
          </a:xfrm>
        </p:grpSpPr>
        <p:pic>
          <p:nvPicPr>
            <p:cNvPr id="2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BA2808-40B0-4381-8FE2-09806D3323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1538B4-B377-4609-A4AD-CC64ACF37E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69154F-4169-4C9B-B90E-566121FA32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EB7021-2265-48D6-AAA1-AD87344982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17ACEA-1914-45E7-BCA6-B649102B05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F377F5A-E927-4BD0-A3FB-50DF414334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30CBD1D-A4E9-41F3-A6D0-3188B010EC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9BEED9F-71E7-47DE-960A-FF6F201E9C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FCBEA0-83C4-4192-B5F7-3C1F1B4B4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032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6" name="Group 265">
            <a:extLst>
              <a:ext uri="{FF2B5EF4-FFF2-40B4-BE49-F238E27FC236}">
                <a16:creationId xmlns:a16="http://schemas.microsoft.com/office/drawing/2014/main" id="{ABBC368D-03FC-4410-B88E-D768750C70C6}"/>
              </a:ext>
            </a:extLst>
          </p:cNvPr>
          <p:cNvGrpSpPr/>
          <p:nvPr/>
        </p:nvGrpSpPr>
        <p:grpSpPr>
          <a:xfrm>
            <a:off x="648817" y="210128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1A80C0-3DC6-4ADD-80F2-5DC39DBC89E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AD3DE5FA-4A14-4064-A1D5-EC6F2ABDFFC8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Finish the race with exactly that many Coins.</a:t>
              </a:r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1E17D099-28C8-4AAB-86C1-0F56879CF96C}"/>
              </a:ext>
            </a:extLst>
          </p:cNvPr>
          <p:cNvSpPr txBox="1"/>
          <p:nvPr/>
        </p:nvSpPr>
        <p:spPr>
          <a:xfrm>
            <a:off x="457200" y="35550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FB15266-B9B0-4AD0-9270-FE0008E23EAA}"/>
              </a:ext>
            </a:extLst>
          </p:cNvPr>
          <p:cNvSpPr txBox="1"/>
          <p:nvPr/>
        </p:nvSpPr>
        <p:spPr>
          <a:xfrm>
            <a:off x="641351" y="307442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get out of my bubble.</a:t>
            </a:r>
          </a:p>
        </p:txBody>
      </p:sp>
      <p:pic>
        <p:nvPicPr>
          <p:cNvPr id="27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895494A-176F-40A6-B753-4FA14130799C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628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E2A58820-5E17-465D-8AF5-01BECB770E11}"/>
              </a:ext>
            </a:extLst>
          </p:cNvPr>
          <p:cNvSpPr txBox="1"/>
          <p:nvPr/>
        </p:nvSpPr>
        <p:spPr>
          <a:xfrm>
            <a:off x="1918738" y="304536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EE3162D-8B37-4311-975B-9660670751A0}"/>
              </a:ext>
            </a:extLst>
          </p:cNvPr>
          <p:cNvSpPr/>
          <p:nvPr/>
        </p:nvSpPr>
        <p:spPr>
          <a:xfrm>
            <a:off x="640080" y="73254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2B783FF6-713E-4FA6-AF62-0D385CFFF6BB}"/>
              </a:ext>
            </a:extLst>
          </p:cNvPr>
          <p:cNvGrpSpPr/>
          <p:nvPr/>
        </p:nvGrpSpPr>
        <p:grpSpPr>
          <a:xfrm>
            <a:off x="457200" y="1923476"/>
            <a:ext cx="2286000" cy="92100"/>
            <a:chOff x="-2506971" y="1310005"/>
            <a:chExt cx="2313350" cy="92075"/>
          </a:xfrm>
        </p:grpSpPr>
        <p:pic>
          <p:nvPicPr>
            <p:cNvPr id="2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B7D8E0-8C17-45C8-AEED-40CA8EE1EE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4E03BF-5E78-48D1-BF6C-F9F1548FDA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3E83B21-743F-4F8C-95E6-82D30514B8E8}"/>
              </a:ext>
            </a:extLst>
          </p:cNvPr>
          <p:cNvGrpSpPr/>
          <p:nvPr/>
        </p:nvGrpSpPr>
        <p:grpSpPr>
          <a:xfrm>
            <a:off x="457200" y="698727"/>
            <a:ext cx="2286000" cy="94483"/>
            <a:chOff x="-2506971" y="1317144"/>
            <a:chExt cx="2313350" cy="94457"/>
          </a:xfrm>
        </p:grpSpPr>
        <p:pic>
          <p:nvPicPr>
            <p:cNvPr id="2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9D50CE-C3DE-45A3-9CF7-8658B23613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1D19B41-D878-43AB-AFC2-F0213A2625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pic>
        <p:nvPicPr>
          <p:cNvPr id="868" name="Picture 2" descr="Image result for mario rainbow">
            <a:extLst>
              <a:ext uri="{FF2B5EF4-FFF2-40B4-BE49-F238E27FC236}">
                <a16:creationId xmlns:a16="http://schemas.microsoft.com/office/drawing/2014/main" id="{5F8000A0-BF9D-4DDE-9A59-1071E6494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750" y="2913951"/>
            <a:ext cx="323850" cy="1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05B99EC-55A7-4E88-A25E-73B4FCD13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AC2206-AF33-486B-9B8C-80C745D11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7" name="Group 286">
            <a:extLst>
              <a:ext uri="{FF2B5EF4-FFF2-40B4-BE49-F238E27FC236}">
                <a16:creationId xmlns:a16="http://schemas.microsoft.com/office/drawing/2014/main" id="{DD589927-3153-4200-B834-C4460A407793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3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63392DF-C5B3-4119-AC85-A1C3C095EA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76E6F3E-FD1F-4693-A80D-794DC53725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6E44635-0983-497F-917E-C0FED17603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BC6F3B-7390-4D06-89B2-17487BEC64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BBFFD2-112B-4531-9B80-424221C767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C5705CE-4D4F-4CDE-A671-C911482818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9CEB147-543E-4C7B-9C1F-FDF673B687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7E4A5F0-0E27-4EB6-9A8D-2AF01C895E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BD3BB11-ACB2-4E4E-9C9E-4A8F22673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B09EC77-F215-4E3D-835D-296273AA813E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7FC93E7-D0DB-4139-B217-6C164574D267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A5CEFC12-CCA5-416C-BD17-7A5B8CBB4E7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Finish the race with exactly that many Coins.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8E47CF37-B856-48E9-9DCA-C5FDE2F3CE3E}"/>
              </a:ext>
            </a:extLst>
          </p:cNvPr>
          <p:cNvSpPr txBox="1"/>
          <p:nvPr/>
        </p:nvSpPr>
        <p:spPr>
          <a:xfrm>
            <a:off x="2743200" y="35652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996A17E-11F9-4C9A-BB44-43EA71DCD73E}"/>
              </a:ext>
            </a:extLst>
          </p:cNvPr>
          <p:cNvSpPr txBox="1"/>
          <p:nvPr/>
        </p:nvSpPr>
        <p:spPr>
          <a:xfrm>
            <a:off x="2927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get out of my bubble.</a:t>
            </a:r>
          </a:p>
        </p:txBody>
      </p:sp>
      <p:pic>
        <p:nvPicPr>
          <p:cNvPr id="29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F9BF6C4-C977-4EA0-B0B0-EE9D98333170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Box 295">
            <a:extLst>
              <a:ext uri="{FF2B5EF4-FFF2-40B4-BE49-F238E27FC236}">
                <a16:creationId xmlns:a16="http://schemas.microsoft.com/office/drawing/2014/main" id="{C1288CA1-6159-4821-A540-98148A3F6128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F2D20232-45FF-4512-8523-F8E956A17928}"/>
              </a:ext>
            </a:extLst>
          </p:cNvPr>
          <p:cNvSpPr/>
          <p:nvPr/>
        </p:nvSpPr>
        <p:spPr>
          <a:xfrm>
            <a:off x="2926080" y="73356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808B3A12-780E-47AE-BC4F-53DED16D5198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3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8AA0035-38C7-4F0C-ABC0-7CF76771CE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AB2048-AA79-4514-9CE4-E562E71840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5785666-1F62-4E49-AEB1-9D3758C0AD55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3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2DC5702-F932-4450-8AA0-04D488D70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C35CDC-45E4-4FA9-9BC5-5F2C9782D2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12414DE-8BBB-4A14-BE6D-1E6FB74EC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8082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F3482F6-AE4F-47ED-BF32-19862CA0F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8082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8" name="Group 317">
            <a:extLst>
              <a:ext uri="{FF2B5EF4-FFF2-40B4-BE49-F238E27FC236}">
                <a16:creationId xmlns:a16="http://schemas.microsoft.com/office/drawing/2014/main" id="{C02E8D92-B261-40C0-9CDC-CB039E623B85}"/>
              </a:ext>
            </a:extLst>
          </p:cNvPr>
          <p:cNvGrpSpPr/>
          <p:nvPr/>
        </p:nvGrpSpPr>
        <p:grpSpPr>
          <a:xfrm>
            <a:off x="5028082" y="1028224"/>
            <a:ext cx="2286000" cy="2400776"/>
            <a:chOff x="-2113030" y="957263"/>
            <a:chExt cx="2270572" cy="2400776"/>
          </a:xfrm>
        </p:grpSpPr>
        <p:pic>
          <p:nvPicPr>
            <p:cNvPr id="3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AF35E6F-43BE-4FBA-A104-DAED752D5C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747A22E-9581-4A79-BC78-ABFE777FB1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255884C-9F68-4F50-8449-43F11180B0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0F502B-1FA6-4882-B3A6-75DA37A7DA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81DF5E-A241-4C2F-9F66-FA41CAB76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9F62763-43F0-42CF-9344-7E104EABF1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ACDDC65-AF0E-4CE6-838A-0DB6F19003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A24B191-4C19-4B01-B6EF-B6CE883AFD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535D58-C2F4-47FF-BF14-6527C59A7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2845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0" name="Group 319">
            <a:extLst>
              <a:ext uri="{FF2B5EF4-FFF2-40B4-BE49-F238E27FC236}">
                <a16:creationId xmlns:a16="http://schemas.microsoft.com/office/drawing/2014/main" id="{373286D5-395D-400A-A28C-D879AC2E1A4B}"/>
              </a:ext>
            </a:extLst>
          </p:cNvPr>
          <p:cNvGrpSpPr/>
          <p:nvPr/>
        </p:nvGrpSpPr>
        <p:grpSpPr>
          <a:xfrm>
            <a:off x="5219699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E188ECFA-A36A-472A-8F9F-6549AFBC446A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B8785B7E-F167-4D15-A045-D9AD4726975D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Roll a D4.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Finish the race with exactly that many Coins.</a:t>
              </a: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7BC3846C-340D-49AA-BC1D-F119F713B512}"/>
              </a:ext>
            </a:extLst>
          </p:cNvPr>
          <p:cNvSpPr txBox="1"/>
          <p:nvPr/>
        </p:nvSpPr>
        <p:spPr>
          <a:xfrm>
            <a:off x="5028082" y="35652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6BB9DF81-6B4F-4E42-816E-620FEA458DEF}"/>
              </a:ext>
            </a:extLst>
          </p:cNvPr>
          <p:cNvSpPr txBox="1"/>
          <p:nvPr/>
        </p:nvSpPr>
        <p:spPr>
          <a:xfrm>
            <a:off x="5212233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get out of my bubble.</a:t>
            </a:r>
          </a:p>
        </p:txBody>
      </p:sp>
      <p:pic>
        <p:nvPicPr>
          <p:cNvPr id="32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8263436-B2B2-445F-ABF9-81D3A1CD2F96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318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5" name="TextBox 324">
            <a:extLst>
              <a:ext uri="{FF2B5EF4-FFF2-40B4-BE49-F238E27FC236}">
                <a16:creationId xmlns:a16="http://schemas.microsoft.com/office/drawing/2014/main" id="{0892B0BD-E32C-42FB-B5F4-C7C826706F78}"/>
              </a:ext>
            </a:extLst>
          </p:cNvPr>
          <p:cNvSpPr txBox="1"/>
          <p:nvPr/>
        </p:nvSpPr>
        <p:spPr>
          <a:xfrm>
            <a:off x="6489620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DD4D0CAF-A6AA-4CE0-A46D-1E1A1D75E653}"/>
              </a:ext>
            </a:extLst>
          </p:cNvPr>
          <p:cNvSpPr/>
          <p:nvPr/>
        </p:nvSpPr>
        <p:spPr>
          <a:xfrm>
            <a:off x="5210962" y="73356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179618CB-CEC9-46C4-B9A4-6E47B3CA0188}"/>
              </a:ext>
            </a:extLst>
          </p:cNvPr>
          <p:cNvGrpSpPr/>
          <p:nvPr/>
        </p:nvGrpSpPr>
        <p:grpSpPr>
          <a:xfrm>
            <a:off x="5028082" y="1924496"/>
            <a:ext cx="2286000" cy="92100"/>
            <a:chOff x="-2506971" y="1310005"/>
            <a:chExt cx="2313350" cy="92075"/>
          </a:xfrm>
        </p:grpSpPr>
        <p:pic>
          <p:nvPicPr>
            <p:cNvPr id="3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73CCC0-1E2E-4F9E-A195-5F659973BB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4A242DF-74FC-4577-B893-6069FF990C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4B4A0C89-202B-4691-A904-252589A2BE67}"/>
              </a:ext>
            </a:extLst>
          </p:cNvPr>
          <p:cNvGrpSpPr/>
          <p:nvPr/>
        </p:nvGrpSpPr>
        <p:grpSpPr>
          <a:xfrm>
            <a:off x="5028082" y="699747"/>
            <a:ext cx="2286000" cy="94483"/>
            <a:chOff x="-2506971" y="1317144"/>
            <a:chExt cx="2313350" cy="94457"/>
          </a:xfrm>
        </p:grpSpPr>
        <p:pic>
          <p:nvPicPr>
            <p:cNvPr id="33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ABC5A6-C2AA-4D87-8341-BF666A69C3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1BD671-0D44-46A9-BEA2-FE0FB4B73A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117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5059684" y="3853287"/>
            <a:ext cx="3764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" panose="00000500000000000000" pitchFamily="2" charset="0"/>
              </a:rPr>
              <a:t>Achievements</a:t>
            </a:r>
          </a:p>
        </p:txBody>
      </p:sp>
      <p:pic>
        <p:nvPicPr>
          <p:cNvPr id="348" name="Picture 4" descr="https://d30y9cdsu7xlg0.cloudfront.net/png/81527-2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1697" y="4548817"/>
            <a:ext cx="498389" cy="49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C57A66E-1A26-4FF6-B357-456983E30E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7018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9CA29F1-A312-4ADB-9C29-1D0742BF0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13638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56BB64-F206-400D-BCD8-19D291CD5E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8746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318FFC-B588-4865-9230-CE045F4C8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A5EC752-95A2-4BFD-A547-5DA6887BD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02A190-46AF-4E20-ADF6-46AF5A11BA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8DAFAF3-936E-41D6-9F15-CB0DBF7F01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8" name="TextBox 477">
            <a:extLst>
              <a:ext uri="{FF2B5EF4-FFF2-40B4-BE49-F238E27FC236}">
                <a16:creationId xmlns:a16="http://schemas.microsoft.com/office/drawing/2014/main" id="{520D45CA-85AC-414A-BC92-F77791FF2639}"/>
              </a:ext>
            </a:extLst>
          </p:cNvPr>
          <p:cNvSpPr txBox="1"/>
          <p:nvPr/>
        </p:nvSpPr>
        <p:spPr>
          <a:xfrm>
            <a:off x="652111" y="3318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Archenemy</a:t>
            </a:r>
            <a:endParaRPr lang="en-US" sz="16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DA3812AA-90A6-4B8D-9929-BA22A9EAB81B}"/>
              </a:ext>
            </a:extLst>
          </p:cNvPr>
          <p:cNvSpPr txBox="1"/>
          <p:nvPr/>
        </p:nvSpPr>
        <p:spPr>
          <a:xfrm>
            <a:off x="520119" y="1596174"/>
            <a:ext cx="2179798" cy="537426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Hit one opponent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at least 3 times with a single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Fire Flower.</a:t>
            </a:r>
          </a:p>
        </p:txBody>
      </p:sp>
      <p:pic>
        <p:nvPicPr>
          <p:cNvPr id="5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CC711C-9D0E-44EC-9141-83E7D7BA8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7497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5E0EF04-3A34-4796-81DA-9420A60EE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94117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13150E2-162E-416C-ACE1-D0D95EF35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9225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AED098E-8F2B-4B2E-95F3-378B98449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4B4A135-9F16-4A75-955D-DEE7CF821F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0266408-EA34-445F-AEC2-8EDF5FF9B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F1F8E7-C889-44C6-995A-7B46B9F50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" name="TextBox 511">
            <a:extLst>
              <a:ext uri="{FF2B5EF4-FFF2-40B4-BE49-F238E27FC236}">
                <a16:creationId xmlns:a16="http://schemas.microsoft.com/office/drawing/2014/main" id="{399D2768-5ACD-4C6D-B791-480A38D6CF67}"/>
              </a:ext>
            </a:extLst>
          </p:cNvPr>
          <p:cNvSpPr txBox="1"/>
          <p:nvPr/>
        </p:nvSpPr>
        <p:spPr>
          <a:xfrm>
            <a:off x="2876550" y="331839"/>
            <a:ext cx="2057400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Over 9000!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23F43FBD-9C4D-4F87-B908-80B20A32C790}"/>
              </a:ext>
            </a:extLst>
          </p:cNvPr>
          <p:cNvSpPr txBox="1"/>
          <p:nvPr/>
        </p:nvSpPr>
        <p:spPr>
          <a:xfrm>
            <a:off x="2800598" y="1596174"/>
            <a:ext cx="2179798" cy="537426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Without falling off the track,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use a Golden Mushroom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constantly until it expires.</a:t>
            </a:r>
          </a:p>
        </p:txBody>
      </p:sp>
      <p:pic>
        <p:nvPicPr>
          <p:cNvPr id="5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CA12D61-E10C-453D-960A-528AF5F89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33497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76AADFA-D718-4BF3-B2F5-A259A445C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80117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E6B57E-9F0A-494E-8EB7-ED13C4280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635225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6" name="TextBox 545">
            <a:extLst>
              <a:ext uri="{FF2B5EF4-FFF2-40B4-BE49-F238E27FC236}">
                <a16:creationId xmlns:a16="http://schemas.microsoft.com/office/drawing/2014/main" id="{F0EB3D49-4EE8-4499-8AC4-512AE4291946}"/>
              </a:ext>
            </a:extLst>
          </p:cNvPr>
          <p:cNvSpPr txBox="1"/>
          <p:nvPr/>
        </p:nvSpPr>
        <p:spPr>
          <a:xfrm>
            <a:off x="5162550" y="331839"/>
            <a:ext cx="2057400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Hungry Hippos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A5A3EE4D-DFCA-4241-9525-60192ABCE0C9}"/>
              </a:ext>
            </a:extLst>
          </p:cNvPr>
          <p:cNvSpPr txBox="1"/>
          <p:nvPr/>
        </p:nvSpPr>
        <p:spPr>
          <a:xfrm>
            <a:off x="5086598" y="1596174"/>
            <a:ext cx="2179798" cy="551940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Bite 3 different opponents with a single Piranha Plant.</a:t>
            </a:r>
          </a:p>
        </p:txBody>
      </p:sp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5A5588-4027-4821-A0EA-560B9C88F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1497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314ADA-986E-46EB-A49E-619A26F38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08117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1FAFE1-D477-4037-9605-280D68660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3225" y="34297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C2BEDCF-CDEA-411F-82CB-16954C9DC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2299E95-DF6C-44AD-914A-87E63E2D7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C033778-7FEC-4A9D-80FB-0BE7444678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FFB0BC7-7AE3-457E-B4C0-EF0076D6C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0" name="TextBox 579">
            <a:extLst>
              <a:ext uri="{FF2B5EF4-FFF2-40B4-BE49-F238E27FC236}">
                <a16:creationId xmlns:a16="http://schemas.microsoft.com/office/drawing/2014/main" id="{65F1FCA0-8BA0-4AB5-8C0E-1BFC335442B2}"/>
              </a:ext>
            </a:extLst>
          </p:cNvPr>
          <p:cNvSpPr txBox="1"/>
          <p:nvPr/>
        </p:nvSpPr>
        <p:spPr>
          <a:xfrm>
            <a:off x="646590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Superstar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6826E48E-2C80-4AC7-AAC0-C713C3AB49DC}"/>
              </a:ext>
            </a:extLst>
          </p:cNvPr>
          <p:cNvSpPr txBox="1"/>
          <p:nvPr/>
        </p:nvSpPr>
        <p:spPr>
          <a:xfrm>
            <a:off x="514598" y="4796573"/>
            <a:ext cx="2179798" cy="515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Hit 3 different opponents while protected by a single Star power.</a:t>
            </a:r>
          </a:p>
        </p:txBody>
      </p:sp>
      <p:pic>
        <p:nvPicPr>
          <p:cNvPr id="6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27D1A8-F97F-4F65-ADAD-B94430B2BF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1976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0C5425F-B828-46B9-8B20-E1175487E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88596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BAEEB0-8ECE-4F56-B292-113C9A132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3704" y="34297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189DF7-5CF0-43B5-A0CA-46475D083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9A46EED-72CA-48F0-A86D-83B654EA6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1A36F9A-2D27-4406-A2A6-787D12264B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9A61540-F662-4970-9135-FAC2F4CBC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" name="TextBox 613">
            <a:extLst>
              <a:ext uri="{FF2B5EF4-FFF2-40B4-BE49-F238E27FC236}">
                <a16:creationId xmlns:a16="http://schemas.microsoft.com/office/drawing/2014/main" id="{3310E5AA-EE7E-401B-9183-EB93ECD9D105}"/>
              </a:ext>
            </a:extLst>
          </p:cNvPr>
          <p:cNvSpPr txBox="1"/>
          <p:nvPr/>
        </p:nvSpPr>
        <p:spPr>
          <a:xfrm>
            <a:off x="2927069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Mortar Man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B4F3BA82-A823-48AA-8A48-A606B12343B4}"/>
              </a:ext>
            </a:extLst>
          </p:cNvPr>
          <p:cNvSpPr txBox="1"/>
          <p:nvPr/>
        </p:nvSpPr>
        <p:spPr>
          <a:xfrm>
            <a:off x="2795077" y="4796573"/>
            <a:ext cx="2179798" cy="54468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Launch a Bob-</a:t>
            </a:r>
            <a:r>
              <a:rPr lang="en-US" sz="800" dirty="0" err="1">
                <a:latin typeface="Montserrat Medium" panose="00000600000000000000" pitchFamily="2" charset="0"/>
              </a:rPr>
              <a:t>omb</a:t>
            </a:r>
            <a:r>
              <a:rPr lang="en-US" sz="800" dirty="0">
                <a:latin typeface="Montserrat Medium" panose="00000600000000000000" pitchFamily="2" charset="0"/>
              </a:rPr>
              <a:t> forward and have it explode an opponent in front of you.</a:t>
            </a:r>
          </a:p>
        </p:txBody>
      </p:sp>
      <p:pic>
        <p:nvPicPr>
          <p:cNvPr id="6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FED9F1-41B4-43B3-B775-9594F6ADE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27976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5F5732-9E73-4D38-806E-24489499EA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74596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BBF2CE4-CE7E-4930-8BFC-48BA2B85C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453491" y="3389243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0AE5E9-3B8F-4677-A237-A3CFB7754A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F75E4A-15DC-461A-8B30-B5DCC391C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639F4F-A9DA-449B-9848-33D6E66D07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F045EC6-3BFB-470E-9C58-9762AD493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8" name="TextBox 647">
            <a:extLst>
              <a:ext uri="{FF2B5EF4-FFF2-40B4-BE49-F238E27FC236}">
                <a16:creationId xmlns:a16="http://schemas.microsoft.com/office/drawing/2014/main" id="{8351C551-31AF-47E6-ABFD-ED4116AF83E4}"/>
              </a:ext>
            </a:extLst>
          </p:cNvPr>
          <p:cNvSpPr txBox="1"/>
          <p:nvPr/>
        </p:nvSpPr>
        <p:spPr>
          <a:xfrm>
            <a:off x="5213069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Speeding Bullet</a:t>
            </a: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681D175B-53F3-452D-8D67-FAA89846702A}"/>
              </a:ext>
            </a:extLst>
          </p:cNvPr>
          <p:cNvSpPr txBox="1"/>
          <p:nvPr/>
        </p:nvSpPr>
        <p:spPr>
          <a:xfrm>
            <a:off x="5081077" y="4796573"/>
            <a:ext cx="2179798" cy="544684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Pass 3 opponents while riding a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single Bullet Bill.</a:t>
            </a:r>
          </a:p>
        </p:txBody>
      </p:sp>
      <p:pic>
        <p:nvPicPr>
          <p:cNvPr id="6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48D4C0-EAFE-4292-8DB6-ABE257CB7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1497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E9EBECA-4031-4353-A631-E884AE5D9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08117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887DD6-3673-4760-8AA1-87C20CEC8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3225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0021EB5-28CE-4BFB-A0A7-C263575087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E3408B7-59C2-4028-B185-7A0C2DA1B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C7C994C-B52D-40E0-9F8F-261767D4D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F700F55-8004-4C59-BD92-2336606B1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2" name="TextBox 681">
            <a:extLst>
              <a:ext uri="{FF2B5EF4-FFF2-40B4-BE49-F238E27FC236}">
                <a16:creationId xmlns:a16="http://schemas.microsoft.com/office/drawing/2014/main" id="{204437B5-0F97-4A79-8E1B-F75C395DA8A5}"/>
              </a:ext>
            </a:extLst>
          </p:cNvPr>
          <p:cNvSpPr txBox="1"/>
          <p:nvPr/>
        </p:nvSpPr>
        <p:spPr>
          <a:xfrm>
            <a:off x="646590" y="67326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Clumsy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A772236A-1F91-46F9-B7CD-9DED62FA6866}"/>
              </a:ext>
            </a:extLst>
          </p:cNvPr>
          <p:cNvSpPr txBox="1"/>
          <p:nvPr/>
        </p:nvSpPr>
        <p:spPr>
          <a:xfrm>
            <a:off x="514598" y="7996974"/>
            <a:ext cx="2179798" cy="522912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In one race, hit your own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Green Shell 3 times.</a:t>
            </a:r>
          </a:p>
        </p:txBody>
      </p:sp>
      <p:pic>
        <p:nvPicPr>
          <p:cNvPr id="461" name="Picture 4" descr="http://bigalmanack.com/wp-content/uploads/2015/09/entrepreneur-friend-or-enemy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60" y="609600"/>
            <a:ext cx="1461280" cy="1043354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" name="Picture 18" descr="https://cdn.meme.am/images/1177299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42" y="3759354"/>
            <a:ext cx="1535116" cy="1050895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" name="Picture 20" descr="http://stephenmillerbooks.com/wp-content/uploads/2014/07/mortar-man-by-US-Army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685" y="3780181"/>
            <a:ext cx="1582075" cy="100924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" name="Picture 24" descr="http://bigredcloud.com/wp-content/uploads/Twice-As-Fast-As-a-Speeding-Bullet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3" r="7076"/>
          <a:stretch/>
        </p:blipFill>
        <p:spPr bwMode="auto">
          <a:xfrm>
            <a:off x="5478449" y="3811544"/>
            <a:ext cx="1383544" cy="992604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" name="Picture 26" descr="http://www4.pictures.livingly.com/mp/5nVIFLG6Cowl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r="11811"/>
          <a:stretch/>
        </p:blipFill>
        <p:spPr bwMode="auto">
          <a:xfrm>
            <a:off x="793468" y="6962220"/>
            <a:ext cx="1613465" cy="1064152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4" name="Picture 6" descr="http://www.liketotally80s.com/wp-content/uploads/2014/03/hungry-hungry-hippos-2.jpg">
            <a:extLst>
              <a:ext uri="{FF2B5EF4-FFF2-40B4-BE49-F238E27FC236}">
                <a16:creationId xmlns:a16="http://schemas.microsoft.com/office/drawing/2014/main" id="{C6028D8C-43B4-4426-992F-FB629D61B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4" r="7304"/>
          <a:stretch/>
        </p:blipFill>
        <p:spPr bwMode="auto">
          <a:xfrm>
            <a:off x="5541042" y="641400"/>
            <a:ext cx="1273187" cy="987536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" name="Picture 2" descr="http://vignette4.wikia.nocookie.net/dragonball/images/4/4b/VegetaItsOver9000-02.png/revision/latest?cb=20100724145819">
            <a:extLst>
              <a:ext uri="{FF2B5EF4-FFF2-40B4-BE49-F238E27FC236}">
                <a16:creationId xmlns:a16="http://schemas.microsoft.com/office/drawing/2014/main" id="{1E397D2F-2491-4C79-A3F4-E429DFD66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658" y="604398"/>
            <a:ext cx="1381790" cy="103634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D892543-50B4-4D74-B4FA-7A06D99CC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7497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AD83DB0-F0A9-4F2B-8B41-3E7CEC8F7F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94117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64D116F-E1D5-49DB-A9CF-FB3A6C7BA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9225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4BBA4C3-F465-4E02-A0AD-61DB2850E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55E3241-4004-43E3-854F-9F608E0DF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7D1F599-1841-48DE-9498-14B460337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621157-786F-4073-AD68-9B400E626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9B332167-E623-4358-89EF-D9630FC7B85D}"/>
              </a:ext>
            </a:extLst>
          </p:cNvPr>
          <p:cNvSpPr txBox="1"/>
          <p:nvPr/>
        </p:nvSpPr>
        <p:spPr>
          <a:xfrm>
            <a:off x="2932590" y="67326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Impedimenta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FC39F9EA-D710-46EF-8410-25458E2A6A6D}"/>
              </a:ext>
            </a:extLst>
          </p:cNvPr>
          <p:cNvSpPr txBox="1"/>
          <p:nvPr/>
        </p:nvSpPr>
        <p:spPr>
          <a:xfrm>
            <a:off x="2800598" y="7996973"/>
            <a:ext cx="2179798" cy="508397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Throw a Banana forward to hit an opponent who is in front of you.</a:t>
            </a:r>
          </a:p>
        </p:txBody>
      </p:sp>
      <p:pic>
        <p:nvPicPr>
          <p:cNvPr id="358" name="Picture 2" descr="Image result for harry potter">
            <a:extLst>
              <a:ext uri="{FF2B5EF4-FFF2-40B4-BE49-F238E27FC236}">
                <a16:creationId xmlns:a16="http://schemas.microsoft.com/office/drawing/2014/main" id="{12876C11-D2B2-4901-9D8E-0C3D9D9DF4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 r="6553" b="247"/>
          <a:stretch/>
        </p:blipFill>
        <p:spPr bwMode="auto">
          <a:xfrm>
            <a:off x="3179172" y="7014552"/>
            <a:ext cx="1422651" cy="98644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07F75D-A052-43D5-AB71-5E44C2DCB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27976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FF4A839-67BF-41C5-BC6C-3C859F611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74596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18032B0-7832-40B0-B7CD-7F95DF9D4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629704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5A4F152-4C80-47C0-8138-906C8209B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6EE5252-D26A-4696-9760-A67C45BF38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8504DA-A158-49D7-A25F-25B370A2D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4521023-9316-4E12-B89D-27C474A35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7" name="TextBox 386">
            <a:extLst>
              <a:ext uri="{FF2B5EF4-FFF2-40B4-BE49-F238E27FC236}">
                <a16:creationId xmlns:a16="http://schemas.microsoft.com/office/drawing/2014/main" id="{081FFADC-36BF-4EF5-B57E-632786E2767A}"/>
              </a:ext>
            </a:extLst>
          </p:cNvPr>
          <p:cNvSpPr txBox="1"/>
          <p:nvPr/>
        </p:nvSpPr>
        <p:spPr>
          <a:xfrm>
            <a:off x="5213069" y="6761667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Mushrooms!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7959CBAE-DEBA-4F80-BE91-ECFE7867EA2B}"/>
              </a:ext>
            </a:extLst>
          </p:cNvPr>
          <p:cNvSpPr txBox="1"/>
          <p:nvPr/>
        </p:nvSpPr>
        <p:spPr>
          <a:xfrm>
            <a:off x="5081077" y="7996975"/>
            <a:ext cx="2179798" cy="551940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In one race, find and use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3 Mushrooms that have fallen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onto the course.</a:t>
            </a:r>
          </a:p>
        </p:txBody>
      </p:sp>
      <p:pic>
        <p:nvPicPr>
          <p:cNvPr id="393" name="Picture 2" descr="http://www.personal.psu.edu/afr3/blogs/SIOW/Mushrooms%20pic.jpg">
            <a:extLst>
              <a:ext uri="{FF2B5EF4-FFF2-40B4-BE49-F238E27FC236}">
                <a16:creationId xmlns:a16="http://schemas.microsoft.com/office/drawing/2014/main" id="{C54BDE10-8A8A-4C3D-95B8-88665205F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r="8038"/>
          <a:stretch/>
        </p:blipFill>
        <p:spPr bwMode="auto">
          <a:xfrm>
            <a:off x="5281060" y="7086600"/>
            <a:ext cx="1771238" cy="86247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3" name="Rectangle: Rounded Corners 432">
            <a:extLst>
              <a:ext uri="{FF2B5EF4-FFF2-40B4-BE49-F238E27FC236}">
                <a16:creationId xmlns:a16="http://schemas.microsoft.com/office/drawing/2014/main" id="{536B7D74-89A2-44C1-BBF6-7996E1998628}"/>
              </a:ext>
            </a:extLst>
          </p:cNvPr>
          <p:cNvSpPr/>
          <p:nvPr/>
        </p:nvSpPr>
        <p:spPr>
          <a:xfrm rot="10800000">
            <a:off x="-3419249" y="2286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3173415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2605282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3017043"/>
            <a:ext cx="2286000" cy="94483"/>
            <a:chOff x="-2506971" y="1317144"/>
            <a:chExt cx="2313350" cy="94457"/>
          </a:xfrm>
        </p:grpSpPr>
        <p:pic>
          <p:nvPicPr>
            <p:cNvPr id="1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B9D6DD1-D125-4732-B4DA-C7EE242C5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50826D5-738A-4097-95B6-1AC91E638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69D8E4-4839-4D57-B9DE-3036543C40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B97BF17-D7A3-44B0-97EC-6FF0269D9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Picture 2" descr="http://www.psdgraphics.com/file/laurel-wreath.jpg">
            <a:extLst>
              <a:ext uri="{FF2B5EF4-FFF2-40B4-BE49-F238E27FC236}">
                <a16:creationId xmlns:a16="http://schemas.microsoft.com/office/drawing/2014/main" id="{38BCA844-295A-44E0-9622-92504E62B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2144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762FA49-7ADE-400C-86B6-EE9D57F7A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2236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" name="TextBox 419">
            <a:extLst>
              <a:ext uri="{FF2B5EF4-FFF2-40B4-BE49-F238E27FC236}">
                <a16:creationId xmlns:a16="http://schemas.microsoft.com/office/drawing/2014/main" id="{0C6A33EF-CD15-4FD7-B26C-1CACA6526CEB}"/>
              </a:ext>
            </a:extLst>
          </p:cNvPr>
          <p:cNvSpPr txBox="1"/>
          <p:nvPr/>
        </p:nvSpPr>
        <p:spPr>
          <a:xfrm>
            <a:off x="5922202" y="2669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6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19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31734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26052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3017042"/>
            <a:ext cx="2286000" cy="94483"/>
            <a:chOff x="-2506971" y="1317144"/>
            <a:chExt cx="2313350" cy="94457"/>
          </a:xfrm>
        </p:grpSpPr>
        <p:pic>
          <p:nvPicPr>
            <p:cNvPr id="1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31734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26052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3017042"/>
            <a:ext cx="2286000" cy="94483"/>
            <a:chOff x="-2506971" y="1317144"/>
            <a:chExt cx="2313350" cy="94457"/>
          </a:xfrm>
        </p:grpSpPr>
        <p:pic>
          <p:nvPicPr>
            <p:cNvPr id="2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6" name="Picture 2" descr="http://www.psdgraphics.com/file/laurel-wreath.jpg">
            <a:extLst>
              <a:ext uri="{FF2B5EF4-FFF2-40B4-BE49-F238E27FC236}">
                <a16:creationId xmlns:a16="http://schemas.microsoft.com/office/drawing/2014/main" id="{9FC2E824-7DFB-44DC-A32F-4E2C9CD64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21318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E735E77-4F10-4847-AA2F-749A2364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22233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FDB64581-5BF5-4B4E-ABBA-07F304B3C5FB}"/>
              </a:ext>
            </a:extLst>
          </p:cNvPr>
          <p:cNvSpPr txBox="1"/>
          <p:nvPr/>
        </p:nvSpPr>
        <p:spPr>
          <a:xfrm>
            <a:off x="1350202" y="26564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10" name="Picture 2" descr="http://www.psdgraphics.com/file/laurel-wreath.jpg">
            <a:extLst>
              <a:ext uri="{FF2B5EF4-FFF2-40B4-BE49-F238E27FC236}">
                <a16:creationId xmlns:a16="http://schemas.microsoft.com/office/drawing/2014/main" id="{322B010C-9CC4-41CA-8EBC-D969F9CCA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21318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63839A7-829E-467E-81EC-FD14FA4CA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22233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563DF05D-2CB6-4A77-A3D5-8DECA8A77774}"/>
              </a:ext>
            </a:extLst>
          </p:cNvPr>
          <p:cNvSpPr txBox="1"/>
          <p:nvPr/>
        </p:nvSpPr>
        <p:spPr>
          <a:xfrm>
            <a:off x="3636202" y="26564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2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2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217442"/>
            <a:ext cx="2286000" cy="94483"/>
            <a:chOff x="-2506971" y="1317144"/>
            <a:chExt cx="2313350" cy="94457"/>
          </a:xfrm>
        </p:grpSpPr>
        <p:pic>
          <p:nvPicPr>
            <p:cNvPr id="2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6217442"/>
            <a:ext cx="2286000" cy="94483"/>
            <a:chOff x="-2506971" y="1317144"/>
            <a:chExt cx="2313350" cy="94457"/>
          </a:xfrm>
        </p:grpSpPr>
        <p:pic>
          <p:nvPicPr>
            <p:cNvPr id="2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6217442"/>
            <a:ext cx="2286000" cy="94483"/>
            <a:chOff x="-2506971" y="1317144"/>
            <a:chExt cx="2313350" cy="94457"/>
          </a:xfrm>
        </p:grpSpPr>
        <p:pic>
          <p:nvPicPr>
            <p:cNvPr id="2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9572622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9004489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9416250"/>
            <a:ext cx="2286000" cy="94483"/>
            <a:chOff x="-2506971" y="1317144"/>
            <a:chExt cx="2313350" cy="94457"/>
          </a:xfrm>
        </p:grpSpPr>
        <p:pic>
          <p:nvPicPr>
            <p:cNvPr id="2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95742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90060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9417842"/>
            <a:ext cx="2286000" cy="94483"/>
            <a:chOff x="-2506971" y="1317144"/>
            <a:chExt cx="2313350" cy="94457"/>
          </a:xfrm>
        </p:grpSpPr>
        <p:pic>
          <p:nvPicPr>
            <p:cNvPr id="2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95742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90060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9417842"/>
            <a:ext cx="2286000" cy="94483"/>
            <a:chOff x="-2506971" y="1317144"/>
            <a:chExt cx="2313350" cy="94457"/>
          </a:xfrm>
        </p:grpSpPr>
        <p:pic>
          <p:nvPicPr>
            <p:cNvPr id="2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5" name="Picture 2" descr="http://www.psdgraphics.com/file/laurel-wreath.jpg">
            <a:extLst>
              <a:ext uri="{FF2B5EF4-FFF2-40B4-BE49-F238E27FC236}">
                <a16:creationId xmlns:a16="http://schemas.microsoft.com/office/drawing/2014/main" id="{24CE863C-A5A3-4722-AA56-4D87F3F6E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5319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40470F34-79F4-44E3-9A30-1297F2F5A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5411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8" name="TextBox 617">
            <a:extLst>
              <a:ext uri="{FF2B5EF4-FFF2-40B4-BE49-F238E27FC236}">
                <a16:creationId xmlns:a16="http://schemas.microsoft.com/office/drawing/2014/main" id="{89C1CC75-5BFF-43FE-8459-D577710152B4}"/>
              </a:ext>
            </a:extLst>
          </p:cNvPr>
          <p:cNvSpPr txBox="1"/>
          <p:nvPr/>
        </p:nvSpPr>
        <p:spPr>
          <a:xfrm>
            <a:off x="3636202" y="5844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3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398" name="Picture 2" descr="http://www.psdgraphics.com/file/laurel-wreath.jpg">
            <a:extLst>
              <a:ext uri="{FF2B5EF4-FFF2-40B4-BE49-F238E27FC236}">
                <a16:creationId xmlns:a16="http://schemas.microsoft.com/office/drawing/2014/main" id="{55265084-E37B-444B-BBE6-4C40E7D34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5319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7F83A90-E750-4B0B-8CC5-DB0ECDD7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5411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" name="TextBox 399">
            <a:extLst>
              <a:ext uri="{FF2B5EF4-FFF2-40B4-BE49-F238E27FC236}">
                <a16:creationId xmlns:a16="http://schemas.microsoft.com/office/drawing/2014/main" id="{2A6BAB9E-B2B7-4282-BE5E-367E3ED104B2}"/>
              </a:ext>
            </a:extLst>
          </p:cNvPr>
          <p:cNvSpPr txBox="1"/>
          <p:nvPr/>
        </p:nvSpPr>
        <p:spPr>
          <a:xfrm>
            <a:off x="1350202" y="5844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02" name="Picture 2" descr="http://www.psdgraphics.com/file/laurel-wreath.jpg">
            <a:extLst>
              <a:ext uri="{FF2B5EF4-FFF2-40B4-BE49-F238E27FC236}">
                <a16:creationId xmlns:a16="http://schemas.microsoft.com/office/drawing/2014/main" id="{3D2AB274-D757-4296-864B-4DDD9E2B0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53322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63967BE-283B-4EAA-BE90-B41C6C21B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54237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4" name="TextBox 403">
            <a:extLst>
              <a:ext uri="{FF2B5EF4-FFF2-40B4-BE49-F238E27FC236}">
                <a16:creationId xmlns:a16="http://schemas.microsoft.com/office/drawing/2014/main" id="{85C46D5B-24E0-4F1E-A807-65370847757E}"/>
              </a:ext>
            </a:extLst>
          </p:cNvPr>
          <p:cNvSpPr txBox="1"/>
          <p:nvPr/>
        </p:nvSpPr>
        <p:spPr>
          <a:xfrm>
            <a:off x="5922202" y="58568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3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22" name="Picture 2" descr="http://www.psdgraphics.com/file/laurel-wreath.jpg">
            <a:extLst>
              <a:ext uri="{FF2B5EF4-FFF2-40B4-BE49-F238E27FC236}">
                <a16:creationId xmlns:a16="http://schemas.microsoft.com/office/drawing/2014/main" id="{25DBE369-0D69-4118-BA80-2DDFE2726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D1917CA-BF3E-4C6B-8C31-9B857E474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4" name="TextBox 423">
            <a:extLst>
              <a:ext uri="{FF2B5EF4-FFF2-40B4-BE49-F238E27FC236}">
                <a16:creationId xmlns:a16="http://schemas.microsoft.com/office/drawing/2014/main" id="{74AC3179-8C9D-44AD-8EB6-CA2933B3FC13}"/>
              </a:ext>
            </a:extLst>
          </p:cNvPr>
          <p:cNvSpPr txBox="1"/>
          <p:nvPr/>
        </p:nvSpPr>
        <p:spPr>
          <a:xfrm>
            <a:off x="1350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2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26" name="Picture 2" descr="http://www.psdgraphics.com/file/laurel-wreath.jpg">
            <a:extLst>
              <a:ext uri="{FF2B5EF4-FFF2-40B4-BE49-F238E27FC236}">
                <a16:creationId xmlns:a16="http://schemas.microsoft.com/office/drawing/2014/main" id="{D103FA32-8E6C-4CC8-BD18-A77C4C86B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1550EB2-AABC-421E-A29C-4B5DF3AF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8" name="TextBox 427">
            <a:extLst>
              <a:ext uri="{FF2B5EF4-FFF2-40B4-BE49-F238E27FC236}">
                <a16:creationId xmlns:a16="http://schemas.microsoft.com/office/drawing/2014/main" id="{87A9D656-F9A7-43C4-940C-6BF75B37FF27}"/>
              </a:ext>
            </a:extLst>
          </p:cNvPr>
          <p:cNvSpPr txBox="1"/>
          <p:nvPr/>
        </p:nvSpPr>
        <p:spPr>
          <a:xfrm>
            <a:off x="3636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6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30" name="Picture 2" descr="http://www.psdgraphics.com/file/laurel-wreath.jpg">
            <a:extLst>
              <a:ext uri="{FF2B5EF4-FFF2-40B4-BE49-F238E27FC236}">
                <a16:creationId xmlns:a16="http://schemas.microsoft.com/office/drawing/2014/main" id="{43D09B56-9117-46FA-A5FD-8938F0AA2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FC80160-AF70-4D47-B46B-7282EB57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23EE6AF8-6C0C-49F5-964D-F146B965920A}"/>
              </a:ext>
            </a:extLst>
          </p:cNvPr>
          <p:cNvSpPr txBox="1"/>
          <p:nvPr/>
        </p:nvSpPr>
        <p:spPr>
          <a:xfrm>
            <a:off x="5922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86" name="Rectangle 185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31115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Is he mostly dead, or all dead?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31242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What’s his power level?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31242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You could almost say he was 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“hungry </a:t>
            </a:r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hungry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”.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63182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crowd loves you!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63309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That really worked?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63309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Can’t compete with that.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95186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Should have read the manual first.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95313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Wizards are good at spelling.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95313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You’ve been into Farmer Maggot’s crop!</a:t>
            </a:r>
          </a:p>
        </p:txBody>
      </p:sp>
    </p:spTree>
    <p:extLst>
      <p:ext uri="{BB962C8B-B14F-4D97-AF65-F5344CB8AC3E}">
        <p14:creationId xmlns:p14="http://schemas.microsoft.com/office/powerpoint/2010/main" val="321584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14982</TotalTime>
  <Words>1340</Words>
  <Application>Microsoft Office PowerPoint</Application>
  <PresentationFormat>Custom</PresentationFormat>
  <Paragraphs>397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Super Mario 256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Seth</dc:creator>
  <cp:lastModifiedBy>Seth Carter</cp:lastModifiedBy>
  <cp:revision>767</cp:revision>
  <cp:lastPrinted>2018-07-17T13:59:53Z</cp:lastPrinted>
  <dcterms:created xsi:type="dcterms:W3CDTF">2016-05-23T00:36:38Z</dcterms:created>
  <dcterms:modified xsi:type="dcterms:W3CDTF">2018-11-29T15:20:48Z</dcterms:modified>
</cp:coreProperties>
</file>